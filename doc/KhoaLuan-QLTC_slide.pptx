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6"/>
  </p:notesMasterIdLst>
  <p:sldIdLst>
    <p:sldId id="273" r:id="rId2"/>
    <p:sldId id="257" r:id="rId3"/>
    <p:sldId id="258" r:id="rId4"/>
    <p:sldId id="266" r:id="rId5"/>
    <p:sldId id="260" r:id="rId6"/>
    <p:sldId id="265" r:id="rId7"/>
    <p:sldId id="267" r:id="rId8"/>
    <p:sldId id="261" r:id="rId9"/>
    <p:sldId id="269" r:id="rId10"/>
    <p:sldId id="263" r:id="rId11"/>
    <p:sldId id="262" r:id="rId12"/>
    <p:sldId id="270" r:id="rId13"/>
    <p:sldId id="271" r:id="rId14"/>
    <p:sldId id="272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927F1-C96E-48E9-9136-757298C393D6}" v="3" dt="2025-03-22T08:56:58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400" autoAdjust="0"/>
  </p:normalViewPr>
  <p:slideViewPr>
    <p:cSldViewPr snapToGrid="0">
      <p:cViewPr>
        <p:scale>
          <a:sx n="66" d="100"/>
          <a:sy n="66" d="100"/>
        </p:scale>
        <p:origin x="1282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FF04F2-0F54-458F-A09F-717442087AFB}" type="doc">
      <dgm:prSet loTypeId="urn:microsoft.com/office/officeart/2005/8/layout/vList5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719CD49C-832D-4A88-ABA1-1D38AB3EF107}">
      <dgm:prSet custT="1"/>
      <dgm:spPr/>
      <dgm:t>
        <a:bodyPr/>
        <a:lstStyle/>
        <a:p>
          <a:r>
            <a:rPr lang="vi-VN" sz="2600"/>
            <a:t>1</a:t>
          </a:r>
          <a:r>
            <a:rPr lang="vi-VN" sz="3900"/>
            <a:t>.</a:t>
          </a:r>
          <a:endParaRPr lang="en-US" sz="3900"/>
        </a:p>
      </dgm:t>
    </dgm:pt>
    <dgm:pt modelId="{E060A252-7375-4CF7-88A5-448F4598D809}" type="parTrans" cxnId="{D0037E32-6344-45D8-AA53-5D7190305958}">
      <dgm:prSet/>
      <dgm:spPr/>
      <dgm:t>
        <a:bodyPr/>
        <a:lstStyle/>
        <a:p>
          <a:endParaRPr lang="en-US"/>
        </a:p>
      </dgm:t>
    </dgm:pt>
    <dgm:pt modelId="{550EE4D9-4807-4B55-85C8-118E8FFC80DA}" type="sibTrans" cxnId="{D0037E32-6344-45D8-AA53-5D7190305958}">
      <dgm:prSet/>
      <dgm:spPr/>
      <dgm:t>
        <a:bodyPr/>
        <a:lstStyle/>
        <a:p>
          <a:endParaRPr lang="en-US"/>
        </a:p>
      </dgm:t>
    </dgm:pt>
    <dgm:pt modelId="{4045548D-B74C-4D20-9E6E-5CE13F960C3C}">
      <dgm:prSet custT="1"/>
      <dgm:spPr/>
      <dgm:t>
        <a:bodyPr/>
        <a:lstStyle/>
        <a:p>
          <a:r>
            <a:rPr lang="vi-VN" sz="2600"/>
            <a:t>2.</a:t>
          </a:r>
          <a:endParaRPr lang="en-US" sz="2600"/>
        </a:p>
      </dgm:t>
    </dgm:pt>
    <dgm:pt modelId="{761A8103-26C6-4A94-A687-A29C73CE8984}" type="parTrans" cxnId="{EC83A0EB-8303-40F9-A57E-5D53909A62D9}">
      <dgm:prSet/>
      <dgm:spPr/>
      <dgm:t>
        <a:bodyPr/>
        <a:lstStyle/>
        <a:p>
          <a:endParaRPr lang="en-US"/>
        </a:p>
      </dgm:t>
    </dgm:pt>
    <dgm:pt modelId="{E1B48218-C283-44ED-8D81-8B8EDBAF52EA}" type="sibTrans" cxnId="{EC83A0EB-8303-40F9-A57E-5D53909A62D9}">
      <dgm:prSet/>
      <dgm:spPr/>
      <dgm:t>
        <a:bodyPr/>
        <a:lstStyle/>
        <a:p>
          <a:endParaRPr lang="en-US"/>
        </a:p>
      </dgm:t>
    </dgm:pt>
    <dgm:pt modelId="{2FC8058E-18AC-4EAA-ADCE-440E0E54C6A9}">
      <dgm:prSet custT="1"/>
      <dgm:spPr/>
      <dgm:t>
        <a:bodyPr/>
        <a:lstStyle/>
        <a:p>
          <a:r>
            <a:rPr lang="vi-VN" sz="2600"/>
            <a:t>3.</a:t>
          </a:r>
          <a:endParaRPr lang="en-US" sz="2600"/>
        </a:p>
      </dgm:t>
    </dgm:pt>
    <dgm:pt modelId="{F0FE477D-ACFA-44F0-8865-1F22FF6BDF4A}" type="parTrans" cxnId="{72A081C0-672B-4219-824D-E89411567502}">
      <dgm:prSet/>
      <dgm:spPr/>
      <dgm:t>
        <a:bodyPr/>
        <a:lstStyle/>
        <a:p>
          <a:endParaRPr lang="en-US"/>
        </a:p>
      </dgm:t>
    </dgm:pt>
    <dgm:pt modelId="{B1775394-8C62-4300-B481-2490E811A2A4}" type="sibTrans" cxnId="{72A081C0-672B-4219-824D-E89411567502}">
      <dgm:prSet/>
      <dgm:spPr/>
      <dgm:t>
        <a:bodyPr/>
        <a:lstStyle/>
        <a:p>
          <a:endParaRPr lang="en-US"/>
        </a:p>
      </dgm:t>
    </dgm:pt>
    <dgm:pt modelId="{3E409D1D-8751-416B-BD0B-27DC59F8D0D6}">
      <dgm:prSet custT="1"/>
      <dgm:spPr/>
      <dgm:t>
        <a:bodyPr/>
        <a:lstStyle/>
        <a:p>
          <a:r>
            <a:rPr lang="vi-VN" sz="2600"/>
            <a:t>4. </a:t>
          </a:r>
          <a:endParaRPr lang="en-US" sz="2600"/>
        </a:p>
      </dgm:t>
    </dgm:pt>
    <dgm:pt modelId="{1C64FDC9-B0AC-41E8-AF5A-F2BDB50B42E1}" type="parTrans" cxnId="{6BA84271-5B73-4D72-8159-E22FBD07F906}">
      <dgm:prSet/>
      <dgm:spPr/>
      <dgm:t>
        <a:bodyPr/>
        <a:lstStyle/>
        <a:p>
          <a:endParaRPr lang="en-US"/>
        </a:p>
      </dgm:t>
    </dgm:pt>
    <dgm:pt modelId="{1C2EE675-1E0A-408C-9BE8-BF1ABE6639CF}" type="sibTrans" cxnId="{6BA84271-5B73-4D72-8159-E22FBD07F906}">
      <dgm:prSet/>
      <dgm:spPr/>
      <dgm:t>
        <a:bodyPr/>
        <a:lstStyle/>
        <a:p>
          <a:endParaRPr lang="en-US"/>
        </a:p>
      </dgm:t>
    </dgm:pt>
    <dgm:pt modelId="{29155360-F2F2-4935-9D07-2706AE1CD4A4}">
      <dgm:prSet custT="1"/>
      <dgm:spPr/>
      <dgm:t>
        <a:bodyPr/>
        <a:lstStyle/>
        <a:p>
          <a:r>
            <a:rPr lang="vi-VN" sz="2600" dirty="0"/>
            <a:t>5. </a:t>
          </a:r>
          <a:endParaRPr lang="en-US" sz="2600" dirty="0"/>
        </a:p>
      </dgm:t>
    </dgm:pt>
    <dgm:pt modelId="{DF2D1444-F522-4FAF-90AF-A09268F2F7F5}" type="parTrans" cxnId="{74303B09-6245-4E83-8C6E-A7B5D82811AC}">
      <dgm:prSet/>
      <dgm:spPr/>
      <dgm:t>
        <a:bodyPr/>
        <a:lstStyle/>
        <a:p>
          <a:endParaRPr lang="en-US"/>
        </a:p>
      </dgm:t>
    </dgm:pt>
    <dgm:pt modelId="{48F59182-2E42-4A72-9306-517D27D82289}" type="sibTrans" cxnId="{74303B09-6245-4E83-8C6E-A7B5D82811AC}">
      <dgm:prSet/>
      <dgm:spPr/>
      <dgm:t>
        <a:bodyPr/>
        <a:lstStyle/>
        <a:p>
          <a:endParaRPr lang="en-US"/>
        </a:p>
      </dgm:t>
    </dgm:pt>
    <dgm:pt modelId="{75477F15-EFC3-4842-A04A-939EC8B0F09F}">
      <dgm:prSet custT="1"/>
      <dgm:spPr/>
      <dgm:t>
        <a:bodyPr/>
        <a:lstStyle/>
        <a:p>
          <a:pPr>
            <a:buNone/>
          </a:pP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luận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hướng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phát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DB4CF7-1084-41FB-86EF-35A07AF38F04}" type="sibTrans" cxnId="{1A1BEF5B-B859-4963-8733-73C1FAFB4F82}">
      <dgm:prSet/>
      <dgm:spPr/>
      <dgm:t>
        <a:bodyPr/>
        <a:lstStyle/>
        <a:p>
          <a:endParaRPr lang="en-US"/>
        </a:p>
      </dgm:t>
    </dgm:pt>
    <dgm:pt modelId="{5709DEE1-ED09-4BEA-9097-E7EB51960662}" type="parTrans" cxnId="{1A1BEF5B-B859-4963-8733-73C1FAFB4F82}">
      <dgm:prSet/>
      <dgm:spPr/>
      <dgm:t>
        <a:bodyPr/>
        <a:lstStyle/>
        <a:p>
          <a:endParaRPr lang="en-US"/>
        </a:p>
      </dgm:t>
    </dgm:pt>
    <dgm:pt modelId="{D0E31410-CDCC-4C5F-8429-0623977C4DF2}">
      <dgm:prSet custT="1"/>
      <dgm:spPr/>
      <dgm:t>
        <a:bodyPr/>
        <a:lstStyle/>
        <a:p>
          <a:pPr>
            <a:buNone/>
          </a:pP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quả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đánh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giá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03F22C-559C-49E1-AA6A-556805CFFFA5}" type="sibTrans" cxnId="{56338FC0-5DF8-4179-B5D8-B78E024BFFE3}">
      <dgm:prSet/>
      <dgm:spPr/>
      <dgm:t>
        <a:bodyPr/>
        <a:lstStyle/>
        <a:p>
          <a:endParaRPr lang="en-US"/>
        </a:p>
      </dgm:t>
    </dgm:pt>
    <dgm:pt modelId="{8F462461-9CD6-4E8D-8641-F5C2AA4DC99C}" type="parTrans" cxnId="{56338FC0-5DF8-4179-B5D8-B78E024BFFE3}">
      <dgm:prSet/>
      <dgm:spPr/>
      <dgm:t>
        <a:bodyPr/>
        <a:lstStyle/>
        <a:p>
          <a:endParaRPr lang="en-US"/>
        </a:p>
      </dgm:t>
    </dgm:pt>
    <dgm:pt modelId="{2B6FC07C-8A9B-43D3-8CE9-8361F830AA6C}">
      <dgm:prSet custT="1"/>
      <dgm:spPr/>
      <dgm:t>
        <a:bodyPr/>
        <a:lstStyle/>
        <a:p>
          <a:pPr>
            <a:buNone/>
          </a:pP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Hiện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thực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BB479A-7DC2-4CF6-A1E3-6AE0BA14D12F}" type="sibTrans" cxnId="{B40EF6D4-4A77-439B-B81B-8D5212470A96}">
      <dgm:prSet/>
      <dgm:spPr/>
      <dgm:t>
        <a:bodyPr/>
        <a:lstStyle/>
        <a:p>
          <a:endParaRPr lang="en-US"/>
        </a:p>
      </dgm:t>
    </dgm:pt>
    <dgm:pt modelId="{AE9CDDC1-EBBC-4DC5-953C-CDC379E897EB}" type="parTrans" cxnId="{B40EF6D4-4A77-439B-B81B-8D5212470A96}">
      <dgm:prSet/>
      <dgm:spPr/>
      <dgm:t>
        <a:bodyPr/>
        <a:lstStyle/>
        <a:p>
          <a:endParaRPr lang="en-US"/>
        </a:p>
      </dgm:t>
    </dgm:pt>
    <dgm:pt modelId="{8381BC58-079F-4D7E-89B5-4AF438BAAA12}">
      <dgm:prSet custT="1"/>
      <dgm:spPr/>
      <dgm:t>
        <a:bodyPr/>
        <a:lstStyle/>
        <a:p>
          <a:pPr>
            <a:buNone/>
          </a:pP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Đối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tượng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chức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năng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F9141A-42B7-4F7F-8A20-FF86E53C3C4D}" type="sibTrans" cxnId="{62F509E4-842A-4CE3-A61A-0C945AAD3A31}">
      <dgm:prSet/>
      <dgm:spPr/>
      <dgm:t>
        <a:bodyPr/>
        <a:lstStyle/>
        <a:p>
          <a:endParaRPr lang="en-US"/>
        </a:p>
      </dgm:t>
    </dgm:pt>
    <dgm:pt modelId="{4BA17886-CE5E-4DB9-8403-65A6EB088EF8}" type="parTrans" cxnId="{62F509E4-842A-4CE3-A61A-0C945AAD3A31}">
      <dgm:prSet/>
      <dgm:spPr/>
      <dgm:t>
        <a:bodyPr/>
        <a:lstStyle/>
        <a:p>
          <a:endParaRPr lang="en-US"/>
        </a:p>
      </dgm:t>
    </dgm:pt>
    <dgm:pt modelId="{87662E60-E101-40E8-9E2C-4415B1E72AF9}">
      <dgm:prSet custT="1"/>
      <dgm:spPr/>
      <dgm:t>
        <a:bodyPr/>
        <a:lstStyle/>
        <a:p>
          <a:pPr>
            <a:buFontTx/>
            <a:buNone/>
          </a:pP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Bối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cảnh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đề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862C7C-BD0A-473C-9100-3525660D0005}" type="sibTrans" cxnId="{9058C539-B3C1-484A-A12E-43015FE34634}">
      <dgm:prSet/>
      <dgm:spPr/>
      <dgm:t>
        <a:bodyPr/>
        <a:lstStyle/>
        <a:p>
          <a:endParaRPr lang="en-US"/>
        </a:p>
      </dgm:t>
    </dgm:pt>
    <dgm:pt modelId="{86C1997D-59ED-4745-A447-9164C8FE9CEA}" type="parTrans" cxnId="{9058C539-B3C1-484A-A12E-43015FE34634}">
      <dgm:prSet/>
      <dgm:spPr/>
      <dgm:t>
        <a:bodyPr/>
        <a:lstStyle/>
        <a:p>
          <a:endParaRPr lang="en-US"/>
        </a:p>
      </dgm:t>
    </dgm:pt>
    <dgm:pt modelId="{B0849624-1846-4845-B4BE-FF4C57855E73}" type="pres">
      <dgm:prSet presAssocID="{2AFF04F2-0F54-458F-A09F-717442087AFB}" presName="Name0" presStyleCnt="0">
        <dgm:presLayoutVars>
          <dgm:dir/>
          <dgm:animLvl val="lvl"/>
          <dgm:resizeHandles val="exact"/>
        </dgm:presLayoutVars>
      </dgm:prSet>
      <dgm:spPr/>
    </dgm:pt>
    <dgm:pt modelId="{8E222D93-ADF5-45EE-ACC4-EE04B3AA062B}" type="pres">
      <dgm:prSet presAssocID="{719CD49C-832D-4A88-ABA1-1D38AB3EF107}" presName="linNode" presStyleCnt="0"/>
      <dgm:spPr/>
    </dgm:pt>
    <dgm:pt modelId="{878CFC51-EF2C-4ABC-AC3F-C0001287C09A}" type="pres">
      <dgm:prSet presAssocID="{719CD49C-832D-4A88-ABA1-1D38AB3EF107}" presName="parentText" presStyleLbl="node1" presStyleIdx="0" presStyleCnt="5" custScaleX="29956" custScaleY="85756">
        <dgm:presLayoutVars>
          <dgm:chMax val="1"/>
          <dgm:bulletEnabled val="1"/>
        </dgm:presLayoutVars>
      </dgm:prSet>
      <dgm:spPr/>
    </dgm:pt>
    <dgm:pt modelId="{67CAA7FF-E2EF-4A5C-8A6C-39967C3D42F6}" type="pres">
      <dgm:prSet presAssocID="{719CD49C-832D-4A88-ABA1-1D38AB3EF107}" presName="descendantText" presStyleLbl="alignAccFollowNode1" presStyleIdx="0" presStyleCnt="5">
        <dgm:presLayoutVars>
          <dgm:bulletEnabled val="1"/>
        </dgm:presLayoutVars>
      </dgm:prSet>
      <dgm:spPr/>
    </dgm:pt>
    <dgm:pt modelId="{ACD544D3-5272-4483-AB3F-E30ADA27069E}" type="pres">
      <dgm:prSet presAssocID="{550EE4D9-4807-4B55-85C8-118E8FFC80DA}" presName="sp" presStyleCnt="0"/>
      <dgm:spPr/>
    </dgm:pt>
    <dgm:pt modelId="{92E62A58-2F89-4651-AC52-C45997725530}" type="pres">
      <dgm:prSet presAssocID="{4045548D-B74C-4D20-9E6E-5CE13F960C3C}" presName="linNode" presStyleCnt="0"/>
      <dgm:spPr/>
    </dgm:pt>
    <dgm:pt modelId="{B6D58A57-108C-432F-BCBE-ADAAC4812B42}" type="pres">
      <dgm:prSet presAssocID="{4045548D-B74C-4D20-9E6E-5CE13F960C3C}" presName="parentText" presStyleLbl="node1" presStyleIdx="1" presStyleCnt="5" custScaleX="29956" custScaleY="81513">
        <dgm:presLayoutVars>
          <dgm:chMax val="1"/>
          <dgm:bulletEnabled val="1"/>
        </dgm:presLayoutVars>
      </dgm:prSet>
      <dgm:spPr/>
    </dgm:pt>
    <dgm:pt modelId="{554AA11A-6849-414D-9A9E-F324DA443212}" type="pres">
      <dgm:prSet presAssocID="{4045548D-B74C-4D20-9E6E-5CE13F960C3C}" presName="descendantText" presStyleLbl="alignAccFollowNode1" presStyleIdx="1" presStyleCnt="5">
        <dgm:presLayoutVars>
          <dgm:bulletEnabled val="1"/>
        </dgm:presLayoutVars>
      </dgm:prSet>
      <dgm:spPr/>
    </dgm:pt>
    <dgm:pt modelId="{8DA66768-237C-4AAC-92EE-9B66DA676EFD}" type="pres">
      <dgm:prSet presAssocID="{E1B48218-C283-44ED-8D81-8B8EDBAF52EA}" presName="sp" presStyleCnt="0"/>
      <dgm:spPr/>
    </dgm:pt>
    <dgm:pt modelId="{0AC40E01-374A-4092-9EA1-247E8E02CF9B}" type="pres">
      <dgm:prSet presAssocID="{2FC8058E-18AC-4EAA-ADCE-440E0E54C6A9}" presName="linNode" presStyleCnt="0"/>
      <dgm:spPr/>
    </dgm:pt>
    <dgm:pt modelId="{4B3C770F-D2AE-43FE-9C67-6916341107AB}" type="pres">
      <dgm:prSet presAssocID="{2FC8058E-18AC-4EAA-ADCE-440E0E54C6A9}" presName="parentText" presStyleLbl="node1" presStyleIdx="2" presStyleCnt="5" custScaleX="29956" custScaleY="80065">
        <dgm:presLayoutVars>
          <dgm:chMax val="1"/>
          <dgm:bulletEnabled val="1"/>
        </dgm:presLayoutVars>
      </dgm:prSet>
      <dgm:spPr/>
    </dgm:pt>
    <dgm:pt modelId="{D22D94FF-AAA8-40C9-B822-9FB873BB820F}" type="pres">
      <dgm:prSet presAssocID="{2FC8058E-18AC-4EAA-ADCE-440E0E54C6A9}" presName="descendantText" presStyleLbl="alignAccFollowNode1" presStyleIdx="2" presStyleCnt="5">
        <dgm:presLayoutVars>
          <dgm:bulletEnabled val="1"/>
        </dgm:presLayoutVars>
      </dgm:prSet>
      <dgm:spPr/>
    </dgm:pt>
    <dgm:pt modelId="{0606AE7B-1A1E-4D87-B80B-7B43A4A56D11}" type="pres">
      <dgm:prSet presAssocID="{B1775394-8C62-4300-B481-2490E811A2A4}" presName="sp" presStyleCnt="0"/>
      <dgm:spPr/>
    </dgm:pt>
    <dgm:pt modelId="{5B6904A1-2607-44FE-A959-7028B2F45135}" type="pres">
      <dgm:prSet presAssocID="{3E409D1D-8751-416B-BD0B-27DC59F8D0D6}" presName="linNode" presStyleCnt="0"/>
      <dgm:spPr/>
    </dgm:pt>
    <dgm:pt modelId="{D3C3D0CC-92EA-46A0-84EB-37F73817F3B9}" type="pres">
      <dgm:prSet presAssocID="{3E409D1D-8751-416B-BD0B-27DC59F8D0D6}" presName="parentText" presStyleLbl="node1" presStyleIdx="3" presStyleCnt="5" custScaleX="29936" custScaleY="79082">
        <dgm:presLayoutVars>
          <dgm:chMax val="1"/>
          <dgm:bulletEnabled val="1"/>
        </dgm:presLayoutVars>
      </dgm:prSet>
      <dgm:spPr/>
    </dgm:pt>
    <dgm:pt modelId="{317F480A-8C33-40F9-9F77-C7CC13E17C89}" type="pres">
      <dgm:prSet presAssocID="{3E409D1D-8751-416B-BD0B-27DC59F8D0D6}" presName="descendantText" presStyleLbl="alignAccFollowNode1" presStyleIdx="3" presStyleCnt="5">
        <dgm:presLayoutVars>
          <dgm:bulletEnabled val="1"/>
        </dgm:presLayoutVars>
      </dgm:prSet>
      <dgm:spPr/>
    </dgm:pt>
    <dgm:pt modelId="{BFADBE53-5C79-4BB9-960B-E9EFBDA46708}" type="pres">
      <dgm:prSet presAssocID="{1C2EE675-1E0A-408C-9BE8-BF1ABE6639CF}" presName="sp" presStyleCnt="0"/>
      <dgm:spPr/>
    </dgm:pt>
    <dgm:pt modelId="{6B494C73-C901-468D-97D2-7760AFF0A218}" type="pres">
      <dgm:prSet presAssocID="{29155360-F2F2-4935-9D07-2706AE1CD4A4}" presName="linNode" presStyleCnt="0"/>
      <dgm:spPr/>
    </dgm:pt>
    <dgm:pt modelId="{94F87D9D-C374-480F-A9D5-6BAE9E1D24D7}" type="pres">
      <dgm:prSet presAssocID="{29155360-F2F2-4935-9D07-2706AE1CD4A4}" presName="parentText" presStyleLbl="node1" presStyleIdx="4" presStyleCnt="5" custScaleX="29370" custScaleY="81307" custLinFactNeighborX="534" custLinFactNeighborY="194">
        <dgm:presLayoutVars>
          <dgm:chMax val="1"/>
          <dgm:bulletEnabled val="1"/>
        </dgm:presLayoutVars>
      </dgm:prSet>
      <dgm:spPr/>
    </dgm:pt>
    <dgm:pt modelId="{DEC6C39A-A127-4485-81F4-BF2F323C2A77}" type="pres">
      <dgm:prSet presAssocID="{29155360-F2F2-4935-9D07-2706AE1CD4A4}" presName="descendantText" presStyleLbl="alignAccFollowNode1" presStyleIdx="4" presStyleCnt="5" custScaleY="87475">
        <dgm:presLayoutVars>
          <dgm:bulletEnabled val="1"/>
        </dgm:presLayoutVars>
      </dgm:prSet>
      <dgm:spPr/>
    </dgm:pt>
  </dgm:ptLst>
  <dgm:cxnLst>
    <dgm:cxn modelId="{74303B09-6245-4E83-8C6E-A7B5D82811AC}" srcId="{2AFF04F2-0F54-458F-A09F-717442087AFB}" destId="{29155360-F2F2-4935-9D07-2706AE1CD4A4}" srcOrd="4" destOrd="0" parTransId="{DF2D1444-F522-4FAF-90AF-A09268F2F7F5}" sibTransId="{48F59182-2E42-4A72-9306-517D27D82289}"/>
    <dgm:cxn modelId="{15861F13-61BD-410D-9484-A97E4B0CCA4A}" type="presOf" srcId="{2B6FC07C-8A9B-43D3-8CE9-8361F830AA6C}" destId="{D22D94FF-AAA8-40C9-B822-9FB873BB820F}" srcOrd="0" destOrd="0" presId="urn:microsoft.com/office/officeart/2005/8/layout/vList5"/>
    <dgm:cxn modelId="{D0037E32-6344-45D8-AA53-5D7190305958}" srcId="{2AFF04F2-0F54-458F-A09F-717442087AFB}" destId="{719CD49C-832D-4A88-ABA1-1D38AB3EF107}" srcOrd="0" destOrd="0" parTransId="{E060A252-7375-4CF7-88A5-448F4598D809}" sibTransId="{550EE4D9-4807-4B55-85C8-118E8FFC80DA}"/>
    <dgm:cxn modelId="{9058C539-B3C1-484A-A12E-43015FE34634}" srcId="{719CD49C-832D-4A88-ABA1-1D38AB3EF107}" destId="{87662E60-E101-40E8-9E2C-4415B1E72AF9}" srcOrd="0" destOrd="0" parTransId="{86C1997D-59ED-4745-A447-9164C8FE9CEA}" sibTransId="{F4862C7C-BD0A-473C-9100-3525660D0005}"/>
    <dgm:cxn modelId="{6A21A43D-D68E-4BB6-97EE-481FCB0B312A}" type="presOf" srcId="{3E409D1D-8751-416B-BD0B-27DC59F8D0D6}" destId="{D3C3D0CC-92EA-46A0-84EB-37F73817F3B9}" srcOrd="0" destOrd="0" presId="urn:microsoft.com/office/officeart/2005/8/layout/vList5"/>
    <dgm:cxn modelId="{1A1BEF5B-B859-4963-8733-73C1FAFB4F82}" srcId="{29155360-F2F2-4935-9D07-2706AE1CD4A4}" destId="{75477F15-EFC3-4842-A04A-939EC8B0F09F}" srcOrd="0" destOrd="0" parTransId="{5709DEE1-ED09-4BEA-9097-E7EB51960662}" sibTransId="{2CDB4CF7-1084-41FB-86EF-35A07AF38F04}"/>
    <dgm:cxn modelId="{CDF7C060-D5B1-41D1-9260-6725DD942A73}" type="presOf" srcId="{87662E60-E101-40E8-9E2C-4415B1E72AF9}" destId="{67CAA7FF-E2EF-4A5C-8A6C-39967C3D42F6}" srcOrd="0" destOrd="0" presId="urn:microsoft.com/office/officeart/2005/8/layout/vList5"/>
    <dgm:cxn modelId="{F1254762-4F38-48CE-9EDF-B0E64AA50E30}" type="presOf" srcId="{75477F15-EFC3-4842-A04A-939EC8B0F09F}" destId="{DEC6C39A-A127-4485-81F4-BF2F323C2A77}" srcOrd="0" destOrd="0" presId="urn:microsoft.com/office/officeart/2005/8/layout/vList5"/>
    <dgm:cxn modelId="{79F4C665-F77D-4856-AF70-0EC3AFCFE5B0}" type="presOf" srcId="{D0E31410-CDCC-4C5F-8429-0623977C4DF2}" destId="{317F480A-8C33-40F9-9F77-C7CC13E17C89}" srcOrd="0" destOrd="0" presId="urn:microsoft.com/office/officeart/2005/8/layout/vList5"/>
    <dgm:cxn modelId="{6BA84271-5B73-4D72-8159-E22FBD07F906}" srcId="{2AFF04F2-0F54-458F-A09F-717442087AFB}" destId="{3E409D1D-8751-416B-BD0B-27DC59F8D0D6}" srcOrd="3" destOrd="0" parTransId="{1C64FDC9-B0AC-41E8-AF5A-F2BDB50B42E1}" sibTransId="{1C2EE675-1E0A-408C-9BE8-BF1ABE6639CF}"/>
    <dgm:cxn modelId="{A2249E85-C975-4931-AF71-3317DA96777B}" type="presOf" srcId="{2AFF04F2-0F54-458F-A09F-717442087AFB}" destId="{B0849624-1846-4845-B4BE-FF4C57855E73}" srcOrd="0" destOrd="0" presId="urn:microsoft.com/office/officeart/2005/8/layout/vList5"/>
    <dgm:cxn modelId="{BEE70391-D7AE-4C10-A78F-8B3D8A70A6A6}" type="presOf" srcId="{719CD49C-832D-4A88-ABA1-1D38AB3EF107}" destId="{878CFC51-EF2C-4ABC-AC3F-C0001287C09A}" srcOrd="0" destOrd="0" presId="urn:microsoft.com/office/officeart/2005/8/layout/vList5"/>
    <dgm:cxn modelId="{8342BEBD-ED52-456E-BA6F-FA5CDDA88032}" type="presOf" srcId="{29155360-F2F2-4935-9D07-2706AE1CD4A4}" destId="{94F87D9D-C374-480F-A9D5-6BAE9E1D24D7}" srcOrd="0" destOrd="0" presId="urn:microsoft.com/office/officeart/2005/8/layout/vList5"/>
    <dgm:cxn modelId="{72A081C0-672B-4219-824D-E89411567502}" srcId="{2AFF04F2-0F54-458F-A09F-717442087AFB}" destId="{2FC8058E-18AC-4EAA-ADCE-440E0E54C6A9}" srcOrd="2" destOrd="0" parTransId="{F0FE477D-ACFA-44F0-8865-1F22FF6BDF4A}" sibTransId="{B1775394-8C62-4300-B481-2490E811A2A4}"/>
    <dgm:cxn modelId="{56338FC0-5DF8-4179-B5D8-B78E024BFFE3}" srcId="{3E409D1D-8751-416B-BD0B-27DC59F8D0D6}" destId="{D0E31410-CDCC-4C5F-8429-0623977C4DF2}" srcOrd="0" destOrd="0" parTransId="{8F462461-9CD6-4E8D-8641-F5C2AA4DC99C}" sibTransId="{A703F22C-559C-49E1-AA6A-556805CFFFA5}"/>
    <dgm:cxn modelId="{076450C1-76CB-4C84-BA3F-3168A861936B}" type="presOf" srcId="{8381BC58-079F-4D7E-89B5-4AF438BAAA12}" destId="{554AA11A-6849-414D-9A9E-F324DA443212}" srcOrd="0" destOrd="0" presId="urn:microsoft.com/office/officeart/2005/8/layout/vList5"/>
    <dgm:cxn modelId="{B40EF6D4-4A77-439B-B81B-8D5212470A96}" srcId="{2FC8058E-18AC-4EAA-ADCE-440E0E54C6A9}" destId="{2B6FC07C-8A9B-43D3-8CE9-8361F830AA6C}" srcOrd="0" destOrd="0" parTransId="{AE9CDDC1-EBBC-4DC5-953C-CDC379E897EB}" sibTransId="{8DBB479A-7DC2-4CF6-A1E3-6AE0BA14D12F}"/>
    <dgm:cxn modelId="{37474FDE-D809-418D-8CBE-526AE09A4411}" type="presOf" srcId="{4045548D-B74C-4D20-9E6E-5CE13F960C3C}" destId="{B6D58A57-108C-432F-BCBE-ADAAC4812B42}" srcOrd="0" destOrd="0" presId="urn:microsoft.com/office/officeart/2005/8/layout/vList5"/>
    <dgm:cxn modelId="{62F509E4-842A-4CE3-A61A-0C945AAD3A31}" srcId="{4045548D-B74C-4D20-9E6E-5CE13F960C3C}" destId="{8381BC58-079F-4D7E-89B5-4AF438BAAA12}" srcOrd="0" destOrd="0" parTransId="{4BA17886-CE5E-4DB9-8403-65A6EB088EF8}" sibTransId="{F3F9141A-42B7-4F7F-8A20-FF86E53C3C4D}"/>
    <dgm:cxn modelId="{EC83A0EB-8303-40F9-A57E-5D53909A62D9}" srcId="{2AFF04F2-0F54-458F-A09F-717442087AFB}" destId="{4045548D-B74C-4D20-9E6E-5CE13F960C3C}" srcOrd="1" destOrd="0" parTransId="{761A8103-26C6-4A94-A687-A29C73CE8984}" sibTransId="{E1B48218-C283-44ED-8D81-8B8EDBAF52EA}"/>
    <dgm:cxn modelId="{EE65A9F1-2806-466C-80B7-6868D6A4B3C8}" type="presOf" srcId="{2FC8058E-18AC-4EAA-ADCE-440E0E54C6A9}" destId="{4B3C770F-D2AE-43FE-9C67-6916341107AB}" srcOrd="0" destOrd="0" presId="urn:microsoft.com/office/officeart/2005/8/layout/vList5"/>
    <dgm:cxn modelId="{1CC2B1DD-C87C-44E6-A22E-86144636F26A}" type="presParOf" srcId="{B0849624-1846-4845-B4BE-FF4C57855E73}" destId="{8E222D93-ADF5-45EE-ACC4-EE04B3AA062B}" srcOrd="0" destOrd="0" presId="urn:microsoft.com/office/officeart/2005/8/layout/vList5"/>
    <dgm:cxn modelId="{7B6F89D0-D589-45DF-9B8C-EA6E2ED47B97}" type="presParOf" srcId="{8E222D93-ADF5-45EE-ACC4-EE04B3AA062B}" destId="{878CFC51-EF2C-4ABC-AC3F-C0001287C09A}" srcOrd="0" destOrd="0" presId="urn:microsoft.com/office/officeart/2005/8/layout/vList5"/>
    <dgm:cxn modelId="{ACDF55F1-DAA1-435A-944D-14805AD7B7AA}" type="presParOf" srcId="{8E222D93-ADF5-45EE-ACC4-EE04B3AA062B}" destId="{67CAA7FF-E2EF-4A5C-8A6C-39967C3D42F6}" srcOrd="1" destOrd="0" presId="urn:microsoft.com/office/officeart/2005/8/layout/vList5"/>
    <dgm:cxn modelId="{E603533C-60E8-4414-8312-B2DD44039F48}" type="presParOf" srcId="{B0849624-1846-4845-B4BE-FF4C57855E73}" destId="{ACD544D3-5272-4483-AB3F-E30ADA27069E}" srcOrd="1" destOrd="0" presId="urn:microsoft.com/office/officeart/2005/8/layout/vList5"/>
    <dgm:cxn modelId="{426D0F3E-7FF1-4757-90CE-950518D116F4}" type="presParOf" srcId="{B0849624-1846-4845-B4BE-FF4C57855E73}" destId="{92E62A58-2F89-4651-AC52-C45997725530}" srcOrd="2" destOrd="0" presId="urn:microsoft.com/office/officeart/2005/8/layout/vList5"/>
    <dgm:cxn modelId="{E370550A-B582-4EA1-91CB-2A78B4201483}" type="presParOf" srcId="{92E62A58-2F89-4651-AC52-C45997725530}" destId="{B6D58A57-108C-432F-BCBE-ADAAC4812B42}" srcOrd="0" destOrd="0" presId="urn:microsoft.com/office/officeart/2005/8/layout/vList5"/>
    <dgm:cxn modelId="{966B2113-6533-46E5-9C52-7630EC15B4A4}" type="presParOf" srcId="{92E62A58-2F89-4651-AC52-C45997725530}" destId="{554AA11A-6849-414D-9A9E-F324DA443212}" srcOrd="1" destOrd="0" presId="urn:microsoft.com/office/officeart/2005/8/layout/vList5"/>
    <dgm:cxn modelId="{5AE66638-E45E-4BD0-88A2-2CD883AF6EC6}" type="presParOf" srcId="{B0849624-1846-4845-B4BE-FF4C57855E73}" destId="{8DA66768-237C-4AAC-92EE-9B66DA676EFD}" srcOrd="3" destOrd="0" presId="urn:microsoft.com/office/officeart/2005/8/layout/vList5"/>
    <dgm:cxn modelId="{7D6E2415-E138-4254-8652-10C991B958C9}" type="presParOf" srcId="{B0849624-1846-4845-B4BE-FF4C57855E73}" destId="{0AC40E01-374A-4092-9EA1-247E8E02CF9B}" srcOrd="4" destOrd="0" presId="urn:microsoft.com/office/officeart/2005/8/layout/vList5"/>
    <dgm:cxn modelId="{196FB5E4-8A2C-4BD0-8642-FF78F6455198}" type="presParOf" srcId="{0AC40E01-374A-4092-9EA1-247E8E02CF9B}" destId="{4B3C770F-D2AE-43FE-9C67-6916341107AB}" srcOrd="0" destOrd="0" presId="urn:microsoft.com/office/officeart/2005/8/layout/vList5"/>
    <dgm:cxn modelId="{68C67E80-1DE7-4213-806F-E7C6FBBB8738}" type="presParOf" srcId="{0AC40E01-374A-4092-9EA1-247E8E02CF9B}" destId="{D22D94FF-AAA8-40C9-B822-9FB873BB820F}" srcOrd="1" destOrd="0" presId="urn:microsoft.com/office/officeart/2005/8/layout/vList5"/>
    <dgm:cxn modelId="{D578496C-C0C1-4E4E-9C8D-9AD86CD4995F}" type="presParOf" srcId="{B0849624-1846-4845-B4BE-FF4C57855E73}" destId="{0606AE7B-1A1E-4D87-B80B-7B43A4A56D11}" srcOrd="5" destOrd="0" presId="urn:microsoft.com/office/officeart/2005/8/layout/vList5"/>
    <dgm:cxn modelId="{56642488-C212-496F-A1C8-750C122DA9F9}" type="presParOf" srcId="{B0849624-1846-4845-B4BE-FF4C57855E73}" destId="{5B6904A1-2607-44FE-A959-7028B2F45135}" srcOrd="6" destOrd="0" presId="urn:microsoft.com/office/officeart/2005/8/layout/vList5"/>
    <dgm:cxn modelId="{A2B770D8-2C2E-4FE7-851D-C5D4234286DB}" type="presParOf" srcId="{5B6904A1-2607-44FE-A959-7028B2F45135}" destId="{D3C3D0CC-92EA-46A0-84EB-37F73817F3B9}" srcOrd="0" destOrd="0" presId="urn:microsoft.com/office/officeart/2005/8/layout/vList5"/>
    <dgm:cxn modelId="{1F70F5F7-B9DD-4885-94E6-497AE0D13841}" type="presParOf" srcId="{5B6904A1-2607-44FE-A959-7028B2F45135}" destId="{317F480A-8C33-40F9-9F77-C7CC13E17C89}" srcOrd="1" destOrd="0" presId="urn:microsoft.com/office/officeart/2005/8/layout/vList5"/>
    <dgm:cxn modelId="{BAE974D1-56D1-46B4-8DCF-F8736C5D0502}" type="presParOf" srcId="{B0849624-1846-4845-B4BE-FF4C57855E73}" destId="{BFADBE53-5C79-4BB9-960B-E9EFBDA46708}" srcOrd="7" destOrd="0" presId="urn:microsoft.com/office/officeart/2005/8/layout/vList5"/>
    <dgm:cxn modelId="{17801A21-64C1-463C-9C69-18D13780BF79}" type="presParOf" srcId="{B0849624-1846-4845-B4BE-FF4C57855E73}" destId="{6B494C73-C901-468D-97D2-7760AFF0A218}" srcOrd="8" destOrd="0" presId="urn:microsoft.com/office/officeart/2005/8/layout/vList5"/>
    <dgm:cxn modelId="{9B360CC8-D1E2-4099-BDD4-5830856D13EA}" type="presParOf" srcId="{6B494C73-C901-468D-97D2-7760AFF0A218}" destId="{94F87D9D-C374-480F-A9D5-6BAE9E1D24D7}" srcOrd="0" destOrd="0" presId="urn:microsoft.com/office/officeart/2005/8/layout/vList5"/>
    <dgm:cxn modelId="{CF775A4B-0C65-4F5F-A4DD-C8D6F923A000}" type="presParOf" srcId="{6B494C73-C901-468D-97D2-7760AFF0A218}" destId="{DEC6C39A-A127-4485-81F4-BF2F323C2A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AACBBB-5A9E-4681-A416-5FBC78AFDA40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DBC2AD92-7FCE-40FB-BBDB-077DA3F54518}">
      <dgm:prSet custT="1"/>
      <dgm:spPr/>
      <dgm:t>
        <a:bodyPr/>
        <a:lstStyle/>
        <a:p>
          <a:r>
            <a:rPr lang="vi-VN" sz="2400" dirty="0" err="1">
              <a:latin typeface="+mn-lt"/>
            </a:rPr>
            <a:t>Từ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thực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tế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đó</a:t>
          </a:r>
          <a:r>
            <a:rPr lang="vi-VN" sz="2400" dirty="0">
              <a:latin typeface="+mn-lt"/>
            </a:rPr>
            <a:t>, </a:t>
          </a:r>
          <a:r>
            <a:rPr lang="en-US" sz="2400" dirty="0" err="1">
              <a:latin typeface="+mn-lt"/>
            </a:rPr>
            <a:t>việc</a:t>
          </a:r>
          <a:r>
            <a:rPr lang="en-US" sz="2400" dirty="0">
              <a:latin typeface="+mn-lt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xây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dựng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một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hệ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thống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quản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lý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tài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chính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cá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nhân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và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gia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đình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trực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quan</a:t>
          </a:r>
          <a:r>
            <a:rPr lang="en-US" sz="2400" dirty="0">
              <a:latin typeface="+mn-lt"/>
              <a:cs typeface="Arial" panose="020B0604020202020204" pitchFamily="34" charset="0"/>
            </a:rPr>
            <a:t>,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dễ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sử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dụng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và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tích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hợp</a:t>
          </a:r>
          <a:r>
            <a:rPr lang="en-US" sz="2400" dirty="0">
              <a:latin typeface="+mn-lt"/>
              <a:cs typeface="Arial" panose="020B0604020202020204" pitchFamily="34" charset="0"/>
            </a:rPr>
            <a:t> AI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là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rất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cần</a:t>
          </a:r>
          <a:r>
            <a:rPr lang="en-US" sz="2400" dirty="0">
              <a:latin typeface="+mn-lt"/>
              <a:cs typeface="Arial" panose="020B0604020202020204" pitchFamily="34" charset="0"/>
            </a:rPr>
            <a:t> </a:t>
          </a:r>
          <a:r>
            <a:rPr lang="en-US" sz="2400" dirty="0" err="1">
              <a:latin typeface="+mn-lt"/>
              <a:cs typeface="Arial" panose="020B0604020202020204" pitchFamily="34" charset="0"/>
            </a:rPr>
            <a:t>thiết</a:t>
          </a:r>
          <a:r>
            <a:rPr lang="vi-VN" sz="2400" dirty="0">
              <a:latin typeface="+mn-lt"/>
            </a:rPr>
            <a:t>.</a:t>
          </a:r>
          <a:endParaRPr lang="en-US" sz="2400" dirty="0">
            <a:latin typeface="+mn-lt"/>
          </a:endParaRPr>
        </a:p>
      </dgm:t>
    </dgm:pt>
    <dgm:pt modelId="{342AC18B-10B2-4026-96F0-AA712363F0BB}" type="parTrans" cxnId="{BFD77399-69BD-4815-8905-ACF237402E8C}">
      <dgm:prSet/>
      <dgm:spPr/>
      <dgm:t>
        <a:bodyPr/>
        <a:lstStyle/>
        <a:p>
          <a:endParaRPr lang="en-US"/>
        </a:p>
      </dgm:t>
    </dgm:pt>
    <dgm:pt modelId="{65900F51-102A-4227-80C7-E263CFD2E45B}" type="sibTrans" cxnId="{BFD77399-69BD-4815-8905-ACF237402E8C}">
      <dgm:prSet/>
      <dgm:spPr/>
      <dgm:t>
        <a:bodyPr/>
        <a:lstStyle/>
        <a:p>
          <a:endParaRPr lang="en-US"/>
        </a:p>
      </dgm:t>
    </dgm:pt>
    <dgm:pt modelId="{4E771D68-4FF6-4272-9050-F5672AF2B8ED}" type="pres">
      <dgm:prSet presAssocID="{79AACBBB-5A9E-4681-A416-5FBC78AFDA40}" presName="linear" presStyleCnt="0">
        <dgm:presLayoutVars>
          <dgm:animLvl val="lvl"/>
          <dgm:resizeHandles val="exact"/>
        </dgm:presLayoutVars>
      </dgm:prSet>
      <dgm:spPr/>
    </dgm:pt>
    <dgm:pt modelId="{6C77796F-E6A3-45E2-A27C-54913AD34F98}" type="pres">
      <dgm:prSet presAssocID="{DBC2AD92-7FCE-40FB-BBDB-077DA3F54518}" presName="parentText" presStyleLbl="node1" presStyleIdx="0" presStyleCnt="1" custLinFactNeighborY="21264">
        <dgm:presLayoutVars>
          <dgm:chMax val="0"/>
          <dgm:bulletEnabled val="1"/>
        </dgm:presLayoutVars>
      </dgm:prSet>
      <dgm:spPr/>
    </dgm:pt>
  </dgm:ptLst>
  <dgm:cxnLst>
    <dgm:cxn modelId="{38D29421-883B-4ADF-B781-1FDA9BEF177F}" type="presOf" srcId="{DBC2AD92-7FCE-40FB-BBDB-077DA3F54518}" destId="{6C77796F-E6A3-45E2-A27C-54913AD34F98}" srcOrd="0" destOrd="0" presId="urn:microsoft.com/office/officeart/2005/8/layout/vList2"/>
    <dgm:cxn modelId="{C3DCBF91-3378-44DB-B4FE-AF8616B786BA}" type="presOf" srcId="{79AACBBB-5A9E-4681-A416-5FBC78AFDA40}" destId="{4E771D68-4FF6-4272-9050-F5672AF2B8ED}" srcOrd="0" destOrd="0" presId="urn:microsoft.com/office/officeart/2005/8/layout/vList2"/>
    <dgm:cxn modelId="{BFD77399-69BD-4815-8905-ACF237402E8C}" srcId="{79AACBBB-5A9E-4681-A416-5FBC78AFDA40}" destId="{DBC2AD92-7FCE-40FB-BBDB-077DA3F54518}" srcOrd="0" destOrd="0" parTransId="{342AC18B-10B2-4026-96F0-AA712363F0BB}" sibTransId="{65900F51-102A-4227-80C7-E263CFD2E45B}"/>
    <dgm:cxn modelId="{6E6E1F8F-21A2-42FA-B107-DAC33EF3CCC2}" type="presParOf" srcId="{4E771D68-4FF6-4272-9050-F5672AF2B8ED}" destId="{6C77796F-E6A3-45E2-A27C-54913AD34F9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7D8256-1659-432A-9D0B-7F4F9320D9EB}" type="doc">
      <dgm:prSet loTypeId="urn:microsoft.com/office/officeart/2005/8/layout/list1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E952668C-975F-470E-85AE-4A2C08912C7D}">
      <dgm:prSet custT="1"/>
      <dgm:spPr/>
      <dgm:t>
        <a:bodyPr/>
        <a:lstStyle/>
        <a:p>
          <a:pPr algn="l"/>
          <a:r>
            <a:rPr lang="en-US" sz="2400" b="1"/>
            <a:t>Thực trạng</a:t>
          </a:r>
          <a:endParaRPr lang="en-US" sz="2400"/>
        </a:p>
      </dgm:t>
    </dgm:pt>
    <dgm:pt modelId="{30B5313B-3348-4EC4-80AC-05838E0DB9D9}" type="parTrans" cxnId="{D8D81CBC-ACB1-4C68-9CD6-1E5807C36886}">
      <dgm:prSet/>
      <dgm:spPr/>
      <dgm:t>
        <a:bodyPr/>
        <a:lstStyle/>
        <a:p>
          <a:pPr algn="l"/>
          <a:endParaRPr lang="en-US" sz="2000"/>
        </a:p>
      </dgm:t>
    </dgm:pt>
    <dgm:pt modelId="{5B4A5D51-046A-4696-96E4-08F5338ECAA4}" type="sibTrans" cxnId="{D8D81CBC-ACB1-4C68-9CD6-1E5807C36886}">
      <dgm:prSet/>
      <dgm:spPr/>
      <dgm:t>
        <a:bodyPr/>
        <a:lstStyle/>
        <a:p>
          <a:pPr algn="l"/>
          <a:endParaRPr lang="en-US" sz="2000"/>
        </a:p>
      </dgm:t>
    </dgm:pt>
    <dgm:pt modelId="{559DBAB0-165C-4519-BCBF-74841D553990}">
      <dgm:prSet custT="1"/>
      <dgm:spPr/>
      <dgm:t>
        <a:bodyPr/>
        <a:lstStyle/>
        <a:p>
          <a:pPr algn="l"/>
          <a:r>
            <a:rPr lang="en-US" sz="2400" b="1" err="1"/>
            <a:t>Vấn</a:t>
          </a:r>
          <a:r>
            <a:rPr lang="en-US" sz="2400" b="1"/>
            <a:t> </a:t>
          </a:r>
          <a:r>
            <a:rPr lang="en-US" sz="2400" b="1" err="1"/>
            <a:t>đề</a:t>
          </a:r>
          <a:endParaRPr lang="en-US" sz="2400"/>
        </a:p>
      </dgm:t>
    </dgm:pt>
    <dgm:pt modelId="{05CAB70D-014A-4D45-AFBE-1A8B49DCC621}" type="parTrans" cxnId="{4C2010E5-A35D-4F5F-9F37-9CA764983542}">
      <dgm:prSet/>
      <dgm:spPr/>
      <dgm:t>
        <a:bodyPr/>
        <a:lstStyle/>
        <a:p>
          <a:pPr algn="l"/>
          <a:endParaRPr lang="en-US" sz="2000"/>
        </a:p>
      </dgm:t>
    </dgm:pt>
    <dgm:pt modelId="{0BD09816-00A9-4E33-8C83-AE06967AA411}" type="sibTrans" cxnId="{4C2010E5-A35D-4F5F-9F37-9CA764983542}">
      <dgm:prSet/>
      <dgm:spPr/>
      <dgm:t>
        <a:bodyPr/>
        <a:lstStyle/>
        <a:p>
          <a:pPr algn="l"/>
          <a:endParaRPr lang="en-US" sz="2000"/>
        </a:p>
      </dgm:t>
    </dgm:pt>
    <dgm:pt modelId="{0FFA85E1-284E-4378-9668-B59008A155BE}">
      <dgm:prSet custT="1"/>
      <dgm:spPr/>
      <dgm:t>
        <a:bodyPr/>
        <a:lstStyle/>
        <a:p>
          <a:pPr algn="l"/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Khó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khăn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trong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việc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kê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theo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dòng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tiền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vi-VN" sz="2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AA499E-9B8C-4082-A375-108A80900696}" type="parTrans" cxnId="{90F53AD0-EBCE-434A-83E5-9F37428797B3}">
      <dgm:prSet/>
      <dgm:spPr/>
      <dgm:t>
        <a:bodyPr/>
        <a:lstStyle/>
        <a:p>
          <a:pPr algn="l"/>
          <a:endParaRPr lang="en-US" sz="2000"/>
        </a:p>
      </dgm:t>
    </dgm:pt>
    <dgm:pt modelId="{9536FE3B-62EE-4DA2-8287-C32F11D40FB1}" type="sibTrans" cxnId="{90F53AD0-EBCE-434A-83E5-9F37428797B3}">
      <dgm:prSet/>
      <dgm:spPr/>
      <dgm:t>
        <a:bodyPr/>
        <a:lstStyle/>
        <a:p>
          <a:pPr algn="l"/>
          <a:endParaRPr lang="en-US" sz="2000"/>
        </a:p>
      </dgm:t>
    </dgm:pt>
    <dgm:pt modelId="{BF7CED12-C90A-447C-9046-2D274B758DD9}">
      <dgm:prSet custT="1"/>
      <dgm:spPr/>
      <dgm:t>
        <a:bodyPr/>
        <a:lstStyle/>
        <a:p>
          <a:pPr algn="l"/>
          <a:r>
            <a:rPr lang="en-US" sz="2400" b="1" err="1"/>
            <a:t>Hạn</a:t>
          </a:r>
          <a:r>
            <a:rPr lang="en-US" sz="2400" b="1"/>
            <a:t> </a:t>
          </a:r>
          <a:r>
            <a:rPr lang="en-US" sz="2400" b="1" err="1"/>
            <a:t>chế</a:t>
          </a:r>
          <a:r>
            <a:rPr lang="en-US" sz="2400" b="1"/>
            <a:t> </a:t>
          </a:r>
          <a:r>
            <a:rPr lang="en-US" sz="2400" b="1" err="1"/>
            <a:t>hiện</a:t>
          </a:r>
          <a:r>
            <a:rPr lang="en-US" sz="2400" b="1"/>
            <a:t> nay</a:t>
          </a:r>
          <a:endParaRPr lang="en-US" sz="2400"/>
        </a:p>
      </dgm:t>
    </dgm:pt>
    <dgm:pt modelId="{0FCDAFA3-19ED-4A30-B04D-79EBE4BD4B70}" type="parTrans" cxnId="{E5FAE9A3-EE6A-4B3E-B2AE-52EFCA532C21}">
      <dgm:prSet/>
      <dgm:spPr/>
      <dgm:t>
        <a:bodyPr/>
        <a:lstStyle/>
        <a:p>
          <a:pPr algn="l"/>
          <a:endParaRPr lang="en-US" sz="2000"/>
        </a:p>
      </dgm:t>
    </dgm:pt>
    <dgm:pt modelId="{9AA1E46A-DC43-4E6E-A2C2-67D082A04AB6}" type="sibTrans" cxnId="{E5FAE9A3-EE6A-4B3E-B2AE-52EFCA532C21}">
      <dgm:prSet/>
      <dgm:spPr/>
      <dgm:t>
        <a:bodyPr/>
        <a:lstStyle/>
        <a:p>
          <a:pPr algn="l"/>
          <a:endParaRPr lang="en-US" sz="2000"/>
        </a:p>
      </dgm:t>
    </dgm:pt>
    <dgm:pt modelId="{D19956B0-8305-455A-9304-D883424D9AD2}">
      <dgm:prSet custT="1"/>
      <dgm:spPr/>
      <dgm:t>
        <a:bodyPr/>
        <a:lstStyle/>
        <a:p>
          <a:pPr algn="l"/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Thiếu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cụ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trực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7D00C389-09E4-44FB-BFFA-B8689301FD52}" type="parTrans" cxnId="{1DBFD335-6830-4282-B4CC-B5C86C49EB54}">
      <dgm:prSet/>
      <dgm:spPr/>
      <dgm:t>
        <a:bodyPr/>
        <a:lstStyle/>
        <a:p>
          <a:pPr algn="l"/>
          <a:endParaRPr lang="en-US" sz="2000"/>
        </a:p>
      </dgm:t>
    </dgm:pt>
    <dgm:pt modelId="{EE3DE9CC-9CDF-4AD4-BC1D-DE57AF113B98}" type="sibTrans" cxnId="{1DBFD335-6830-4282-B4CC-B5C86C49EB54}">
      <dgm:prSet/>
      <dgm:spPr/>
      <dgm:t>
        <a:bodyPr/>
        <a:lstStyle/>
        <a:p>
          <a:pPr algn="l"/>
          <a:endParaRPr lang="en-US" sz="2000"/>
        </a:p>
      </dgm:t>
    </dgm:pt>
    <dgm:pt modelId="{D62D50D1-EE9F-4322-8446-72807BDDC2A3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Nhu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cầu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cá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nhân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gia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đình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ngày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càng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tăng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BAB88D84-78F0-4E67-853A-20CF6B292CD9}" type="sibTrans" cxnId="{19FA11D4-1A15-4D93-8DFA-0E8B324E7500}">
      <dgm:prSet/>
      <dgm:spPr/>
      <dgm:t>
        <a:bodyPr/>
        <a:lstStyle/>
        <a:p>
          <a:pPr algn="l"/>
          <a:endParaRPr lang="en-US" sz="2000"/>
        </a:p>
      </dgm:t>
    </dgm:pt>
    <dgm:pt modelId="{CD82F050-B62D-421F-980D-80EB6269DD22}" type="parTrans" cxnId="{19FA11D4-1A15-4D93-8DFA-0E8B324E7500}">
      <dgm:prSet/>
      <dgm:spPr/>
      <dgm:t>
        <a:bodyPr/>
        <a:lstStyle/>
        <a:p>
          <a:pPr algn="l"/>
          <a:endParaRPr lang="en-US" sz="2000"/>
        </a:p>
      </dgm:t>
    </dgm:pt>
    <dgm:pt modelId="{3BA4EB72-B6BB-4737-8C11-B65C7DCF2B2D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vi-VN" sz="2400" b="0" dirty="0" err="1"/>
            <a:t>Nhiều</a:t>
          </a:r>
          <a:r>
            <a:rPr lang="vi-VN" sz="2400" b="0" dirty="0"/>
            <a:t> </a:t>
          </a:r>
          <a:r>
            <a:rPr lang="vi-VN" sz="2400" b="0" dirty="0" err="1"/>
            <a:t>người</a:t>
          </a:r>
          <a:r>
            <a:rPr lang="vi-VN" sz="2400" b="0" dirty="0"/>
            <a:t> </a:t>
          </a:r>
          <a:r>
            <a:rPr lang="vi-VN" sz="2400" b="0" dirty="0" err="1"/>
            <a:t>vẫn</a:t>
          </a:r>
          <a:r>
            <a:rPr lang="vi-VN" sz="2400" b="0" dirty="0"/>
            <a:t> ghi </a:t>
          </a:r>
          <a:r>
            <a:rPr lang="vi-VN" sz="2400" b="0" dirty="0" err="1"/>
            <a:t>chép</a:t>
          </a:r>
          <a:r>
            <a:rPr lang="vi-VN" sz="2400" b="0" dirty="0"/>
            <a:t> </a:t>
          </a:r>
          <a:r>
            <a:rPr lang="vi-VN" sz="2400" b="0" dirty="0" err="1"/>
            <a:t>bằng</a:t>
          </a:r>
          <a:r>
            <a:rPr lang="vi-VN" sz="2400" b="0" dirty="0"/>
            <a:t> </a:t>
          </a:r>
          <a:r>
            <a:rPr lang="vi-VN" sz="2400" b="0" dirty="0" err="1"/>
            <a:t>sổ</a:t>
          </a:r>
          <a:r>
            <a:rPr lang="vi-VN" sz="2400" b="0" dirty="0"/>
            <a:t> tay </a:t>
          </a:r>
          <a:r>
            <a:rPr lang="vi-VN" sz="2400" b="0" dirty="0" err="1"/>
            <a:t>hoặc</a:t>
          </a:r>
          <a:r>
            <a:rPr lang="vi-VN" sz="2400" b="0" dirty="0"/>
            <a:t> Excel</a:t>
          </a:r>
          <a:r>
            <a:rPr lang="en-US" sz="2400" b="0" dirty="0"/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để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ghi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lại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khoản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thu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nhập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chi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vi-VN" sz="2400" b="0" dirty="0"/>
            <a:t>.</a:t>
          </a:r>
          <a:endParaRPr lang="en-US" sz="2400" b="0" dirty="0"/>
        </a:p>
      </dgm:t>
    </dgm:pt>
    <dgm:pt modelId="{A4AEE8E7-999B-4492-A328-AD3B61E16C7A}" type="parTrans" cxnId="{9739FA3A-832A-41ED-BBD1-98F1600F7932}">
      <dgm:prSet/>
      <dgm:spPr/>
      <dgm:t>
        <a:bodyPr/>
        <a:lstStyle/>
        <a:p>
          <a:endParaRPr lang="en-US"/>
        </a:p>
      </dgm:t>
    </dgm:pt>
    <dgm:pt modelId="{E5BBA5FC-95C7-47E8-AD9B-3526C7413BA8}" type="sibTrans" cxnId="{9739FA3A-832A-41ED-BBD1-98F1600F7932}">
      <dgm:prSet/>
      <dgm:spPr/>
      <dgm:t>
        <a:bodyPr/>
        <a:lstStyle/>
        <a:p>
          <a:endParaRPr lang="en-US"/>
        </a:p>
      </dgm:t>
    </dgm:pt>
    <dgm:pt modelId="{F1B69BF3-A9CB-4876-8CD3-43B884E265DE}">
      <dgm:prSet custT="1"/>
      <dgm:spPr/>
      <dgm:t>
        <a:bodyPr/>
        <a:lstStyle/>
        <a:p>
          <a:pPr algn="l"/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Khó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nhận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biết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khoản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chi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bất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vi-VN" sz="2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C79495-246C-4BAF-A787-AB39C5CF4F12}" type="parTrans" cxnId="{8882F533-8902-4509-892F-8E641C40A8BD}">
      <dgm:prSet/>
      <dgm:spPr/>
      <dgm:t>
        <a:bodyPr/>
        <a:lstStyle/>
        <a:p>
          <a:endParaRPr lang="en-US"/>
        </a:p>
      </dgm:t>
    </dgm:pt>
    <dgm:pt modelId="{FCD536BF-F410-4ED1-AD74-888CB39DFA61}" type="sibTrans" cxnId="{8882F533-8902-4509-892F-8E641C40A8BD}">
      <dgm:prSet/>
      <dgm:spPr/>
      <dgm:t>
        <a:bodyPr/>
        <a:lstStyle/>
        <a:p>
          <a:endParaRPr lang="en-US"/>
        </a:p>
      </dgm:t>
    </dgm:pt>
    <dgm:pt modelId="{7B514208-C98A-4FD8-853D-A6F4BA52631D}">
      <dgm:prSet custT="1"/>
      <dgm:spPr/>
      <dgm:t>
        <a:bodyPr/>
        <a:lstStyle/>
        <a:p>
          <a:pPr algn="l"/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Người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dùng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khó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đưa ra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quyết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phù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vi-VN" sz="24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A15F4B-C435-4078-8ED2-C2F72BBE0C4E}" type="parTrans" cxnId="{24EAF641-C372-4BAB-B41D-F2CE87EDA098}">
      <dgm:prSet/>
      <dgm:spPr/>
      <dgm:t>
        <a:bodyPr/>
        <a:lstStyle/>
        <a:p>
          <a:endParaRPr lang="en-US"/>
        </a:p>
      </dgm:t>
    </dgm:pt>
    <dgm:pt modelId="{CEF9C8A5-095B-4718-884B-33A006DAEF05}" type="sibTrans" cxnId="{24EAF641-C372-4BAB-B41D-F2CE87EDA098}">
      <dgm:prSet/>
      <dgm:spPr/>
      <dgm:t>
        <a:bodyPr/>
        <a:lstStyle/>
        <a:p>
          <a:endParaRPr lang="en-US"/>
        </a:p>
      </dgm:t>
    </dgm:pt>
    <dgm:pt modelId="{C61E197E-C6B0-4A8A-8A52-E1E9C62D1469}" type="pres">
      <dgm:prSet presAssocID="{687D8256-1659-432A-9D0B-7F4F9320D9EB}" presName="linear" presStyleCnt="0">
        <dgm:presLayoutVars>
          <dgm:dir/>
          <dgm:animLvl val="lvl"/>
          <dgm:resizeHandles val="exact"/>
        </dgm:presLayoutVars>
      </dgm:prSet>
      <dgm:spPr/>
    </dgm:pt>
    <dgm:pt modelId="{9B994DF4-A209-41DF-AA43-B5EA53FC4799}" type="pres">
      <dgm:prSet presAssocID="{E952668C-975F-470E-85AE-4A2C08912C7D}" presName="parentLin" presStyleCnt="0"/>
      <dgm:spPr/>
    </dgm:pt>
    <dgm:pt modelId="{B3FB7B23-C287-4048-A0D5-789E41DA2DF1}" type="pres">
      <dgm:prSet presAssocID="{E952668C-975F-470E-85AE-4A2C08912C7D}" presName="parentLeftMargin" presStyleLbl="node1" presStyleIdx="0" presStyleCnt="3"/>
      <dgm:spPr/>
    </dgm:pt>
    <dgm:pt modelId="{D4C39096-1203-4593-8975-D39D4983E187}" type="pres">
      <dgm:prSet presAssocID="{E952668C-975F-470E-85AE-4A2C08912C7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5C5F5F-BE3F-4791-B171-75F6AFBB0C76}" type="pres">
      <dgm:prSet presAssocID="{E952668C-975F-470E-85AE-4A2C08912C7D}" presName="negativeSpace" presStyleCnt="0"/>
      <dgm:spPr/>
    </dgm:pt>
    <dgm:pt modelId="{5210A33C-85E6-41F4-98E8-82BF08AFBDFF}" type="pres">
      <dgm:prSet presAssocID="{E952668C-975F-470E-85AE-4A2C08912C7D}" presName="childText" presStyleLbl="conFgAcc1" presStyleIdx="0" presStyleCnt="3">
        <dgm:presLayoutVars>
          <dgm:bulletEnabled val="1"/>
        </dgm:presLayoutVars>
      </dgm:prSet>
      <dgm:spPr/>
    </dgm:pt>
    <dgm:pt modelId="{DEFBBC1D-09F5-4C15-9F81-BF79EED3E4CE}" type="pres">
      <dgm:prSet presAssocID="{5B4A5D51-046A-4696-96E4-08F5338ECAA4}" presName="spaceBetweenRectangles" presStyleCnt="0"/>
      <dgm:spPr/>
    </dgm:pt>
    <dgm:pt modelId="{95F8C24F-4869-4A98-A3B5-F93D38F80EF7}" type="pres">
      <dgm:prSet presAssocID="{559DBAB0-165C-4519-BCBF-74841D553990}" presName="parentLin" presStyleCnt="0"/>
      <dgm:spPr/>
    </dgm:pt>
    <dgm:pt modelId="{ED137E0A-5B6A-4FE9-96F2-3C7D6856490F}" type="pres">
      <dgm:prSet presAssocID="{559DBAB0-165C-4519-BCBF-74841D553990}" presName="parentLeftMargin" presStyleLbl="node1" presStyleIdx="0" presStyleCnt="3"/>
      <dgm:spPr/>
    </dgm:pt>
    <dgm:pt modelId="{26359B7A-529D-4539-BC5D-8086974DBA2D}" type="pres">
      <dgm:prSet presAssocID="{559DBAB0-165C-4519-BCBF-74841D5539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1C560CB-62C5-417B-A955-4F93D3155D70}" type="pres">
      <dgm:prSet presAssocID="{559DBAB0-165C-4519-BCBF-74841D553990}" presName="negativeSpace" presStyleCnt="0"/>
      <dgm:spPr/>
    </dgm:pt>
    <dgm:pt modelId="{6B25478B-BC27-4651-B3DD-138A15D4A396}" type="pres">
      <dgm:prSet presAssocID="{559DBAB0-165C-4519-BCBF-74841D553990}" presName="childText" presStyleLbl="conFgAcc1" presStyleIdx="1" presStyleCnt="3">
        <dgm:presLayoutVars>
          <dgm:bulletEnabled val="1"/>
        </dgm:presLayoutVars>
      </dgm:prSet>
      <dgm:spPr/>
    </dgm:pt>
    <dgm:pt modelId="{2DE55A3B-55AF-41EB-A1DA-E711EC95FBD3}" type="pres">
      <dgm:prSet presAssocID="{0BD09816-00A9-4E33-8C83-AE06967AA411}" presName="spaceBetweenRectangles" presStyleCnt="0"/>
      <dgm:spPr/>
    </dgm:pt>
    <dgm:pt modelId="{5E785877-3167-4220-9A27-10F82530A9F8}" type="pres">
      <dgm:prSet presAssocID="{BF7CED12-C90A-447C-9046-2D274B758DD9}" presName="parentLin" presStyleCnt="0"/>
      <dgm:spPr/>
    </dgm:pt>
    <dgm:pt modelId="{12A88C2A-B031-415B-B74B-CACA60B3BDD8}" type="pres">
      <dgm:prSet presAssocID="{BF7CED12-C90A-447C-9046-2D274B758DD9}" presName="parentLeftMargin" presStyleLbl="node1" presStyleIdx="1" presStyleCnt="3"/>
      <dgm:spPr/>
    </dgm:pt>
    <dgm:pt modelId="{DDB6D463-0A69-4CF1-97E3-9D3AD67141AE}" type="pres">
      <dgm:prSet presAssocID="{BF7CED12-C90A-447C-9046-2D274B758DD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5231647-0882-4BB2-ABF3-E2624EF5CD72}" type="pres">
      <dgm:prSet presAssocID="{BF7CED12-C90A-447C-9046-2D274B758DD9}" presName="negativeSpace" presStyleCnt="0"/>
      <dgm:spPr/>
    </dgm:pt>
    <dgm:pt modelId="{CC325DDC-40F2-460C-BA34-6EA696CACD51}" type="pres">
      <dgm:prSet presAssocID="{BF7CED12-C90A-447C-9046-2D274B758DD9}" presName="childText" presStyleLbl="conFgAcc1" presStyleIdx="2" presStyleCnt="3" custLinFactNeighborX="-42740" custLinFactNeighborY="13062">
        <dgm:presLayoutVars>
          <dgm:bulletEnabled val="1"/>
        </dgm:presLayoutVars>
      </dgm:prSet>
      <dgm:spPr/>
    </dgm:pt>
  </dgm:ptLst>
  <dgm:cxnLst>
    <dgm:cxn modelId="{9C605D0A-FEA3-436A-A128-87E8BBCDCB2A}" type="presOf" srcId="{D62D50D1-EE9F-4322-8446-72807BDDC2A3}" destId="{5210A33C-85E6-41F4-98E8-82BF08AFBDFF}" srcOrd="0" destOrd="0" presId="urn:microsoft.com/office/officeart/2005/8/layout/list1"/>
    <dgm:cxn modelId="{8882F533-8902-4509-892F-8E641C40A8BD}" srcId="{559DBAB0-165C-4519-BCBF-74841D553990}" destId="{F1B69BF3-A9CB-4876-8CD3-43B884E265DE}" srcOrd="1" destOrd="0" parTransId="{D2C79495-246C-4BAF-A787-AB39C5CF4F12}" sibTransId="{FCD536BF-F410-4ED1-AD74-888CB39DFA61}"/>
    <dgm:cxn modelId="{1DBFD335-6830-4282-B4CC-B5C86C49EB54}" srcId="{BF7CED12-C90A-447C-9046-2D274B758DD9}" destId="{D19956B0-8305-455A-9304-D883424D9AD2}" srcOrd="0" destOrd="0" parTransId="{7D00C389-09E4-44FB-BFFA-B8689301FD52}" sibTransId="{EE3DE9CC-9CDF-4AD4-BC1D-DE57AF113B98}"/>
    <dgm:cxn modelId="{9739FA3A-832A-41ED-BBD1-98F1600F7932}" srcId="{E952668C-975F-470E-85AE-4A2C08912C7D}" destId="{3BA4EB72-B6BB-4737-8C11-B65C7DCF2B2D}" srcOrd="1" destOrd="0" parTransId="{A4AEE8E7-999B-4492-A328-AD3B61E16C7A}" sibTransId="{E5BBA5FC-95C7-47E8-AD9B-3526C7413BA8}"/>
    <dgm:cxn modelId="{0B62D45F-A082-47D8-B36D-2B43D5CEC85F}" type="presOf" srcId="{BF7CED12-C90A-447C-9046-2D274B758DD9}" destId="{12A88C2A-B031-415B-B74B-CACA60B3BDD8}" srcOrd="0" destOrd="0" presId="urn:microsoft.com/office/officeart/2005/8/layout/list1"/>
    <dgm:cxn modelId="{24EAF641-C372-4BAB-B41D-F2CE87EDA098}" srcId="{BF7CED12-C90A-447C-9046-2D274B758DD9}" destId="{7B514208-C98A-4FD8-853D-A6F4BA52631D}" srcOrd="1" destOrd="0" parTransId="{6CA15F4B-C435-4078-8ED2-C2F72BBE0C4E}" sibTransId="{CEF9C8A5-095B-4718-884B-33A006DAEF05}"/>
    <dgm:cxn modelId="{1A20A250-A2A2-49D4-A8F1-A34993533703}" type="presOf" srcId="{F1B69BF3-A9CB-4876-8CD3-43B884E265DE}" destId="{6B25478B-BC27-4651-B3DD-138A15D4A396}" srcOrd="0" destOrd="1" presId="urn:microsoft.com/office/officeart/2005/8/layout/list1"/>
    <dgm:cxn modelId="{0C9C0B79-8F3E-45CE-BABC-40C82635248F}" type="presOf" srcId="{687D8256-1659-432A-9D0B-7F4F9320D9EB}" destId="{C61E197E-C6B0-4A8A-8A52-E1E9C62D1469}" srcOrd="0" destOrd="0" presId="urn:microsoft.com/office/officeart/2005/8/layout/list1"/>
    <dgm:cxn modelId="{234A0A7E-2ADA-40F8-BBCF-6521479332ED}" type="presOf" srcId="{3BA4EB72-B6BB-4737-8C11-B65C7DCF2B2D}" destId="{5210A33C-85E6-41F4-98E8-82BF08AFBDFF}" srcOrd="0" destOrd="1" presId="urn:microsoft.com/office/officeart/2005/8/layout/list1"/>
    <dgm:cxn modelId="{5FA42C86-3E1E-4EF9-843A-36C945AB622F}" type="presOf" srcId="{BF7CED12-C90A-447C-9046-2D274B758DD9}" destId="{DDB6D463-0A69-4CF1-97E3-9D3AD67141AE}" srcOrd="1" destOrd="0" presId="urn:microsoft.com/office/officeart/2005/8/layout/list1"/>
    <dgm:cxn modelId="{635D7F8A-C6C1-4A1B-AC50-ECF927E01789}" type="presOf" srcId="{7B514208-C98A-4FD8-853D-A6F4BA52631D}" destId="{CC325DDC-40F2-460C-BA34-6EA696CACD51}" srcOrd="0" destOrd="1" presId="urn:microsoft.com/office/officeart/2005/8/layout/list1"/>
    <dgm:cxn modelId="{863BFA8E-86BD-4934-BF07-D2E415544F6E}" type="presOf" srcId="{0FFA85E1-284E-4378-9668-B59008A155BE}" destId="{6B25478B-BC27-4651-B3DD-138A15D4A396}" srcOrd="0" destOrd="0" presId="urn:microsoft.com/office/officeart/2005/8/layout/list1"/>
    <dgm:cxn modelId="{AA31489A-0124-497F-98CA-501E2CF1FDD6}" type="presOf" srcId="{D19956B0-8305-455A-9304-D883424D9AD2}" destId="{CC325DDC-40F2-460C-BA34-6EA696CACD51}" srcOrd="0" destOrd="0" presId="urn:microsoft.com/office/officeart/2005/8/layout/list1"/>
    <dgm:cxn modelId="{E5FAE9A3-EE6A-4B3E-B2AE-52EFCA532C21}" srcId="{687D8256-1659-432A-9D0B-7F4F9320D9EB}" destId="{BF7CED12-C90A-447C-9046-2D274B758DD9}" srcOrd="2" destOrd="0" parTransId="{0FCDAFA3-19ED-4A30-B04D-79EBE4BD4B70}" sibTransId="{9AA1E46A-DC43-4E6E-A2C2-67D082A04AB6}"/>
    <dgm:cxn modelId="{D8D81CBC-ACB1-4C68-9CD6-1E5807C36886}" srcId="{687D8256-1659-432A-9D0B-7F4F9320D9EB}" destId="{E952668C-975F-470E-85AE-4A2C08912C7D}" srcOrd="0" destOrd="0" parTransId="{30B5313B-3348-4EC4-80AC-05838E0DB9D9}" sibTransId="{5B4A5D51-046A-4696-96E4-08F5338ECAA4}"/>
    <dgm:cxn modelId="{90F53AD0-EBCE-434A-83E5-9F37428797B3}" srcId="{559DBAB0-165C-4519-BCBF-74841D553990}" destId="{0FFA85E1-284E-4378-9668-B59008A155BE}" srcOrd="0" destOrd="0" parTransId="{B6AA499E-9B8C-4082-A375-108A80900696}" sibTransId="{9536FE3B-62EE-4DA2-8287-C32F11D40FB1}"/>
    <dgm:cxn modelId="{4E7E60D0-1988-44EC-9947-FAFC81BCBCE1}" type="presOf" srcId="{559DBAB0-165C-4519-BCBF-74841D553990}" destId="{ED137E0A-5B6A-4FE9-96F2-3C7D6856490F}" srcOrd="0" destOrd="0" presId="urn:microsoft.com/office/officeart/2005/8/layout/list1"/>
    <dgm:cxn modelId="{19FA11D4-1A15-4D93-8DFA-0E8B324E7500}" srcId="{E952668C-975F-470E-85AE-4A2C08912C7D}" destId="{D62D50D1-EE9F-4322-8446-72807BDDC2A3}" srcOrd="0" destOrd="0" parTransId="{CD82F050-B62D-421F-980D-80EB6269DD22}" sibTransId="{BAB88D84-78F0-4E67-853A-20CF6B292CD9}"/>
    <dgm:cxn modelId="{339E5BDA-40FA-4CF6-B3B0-DA9F7F7E2C31}" type="presOf" srcId="{E952668C-975F-470E-85AE-4A2C08912C7D}" destId="{D4C39096-1203-4593-8975-D39D4983E187}" srcOrd="1" destOrd="0" presId="urn:microsoft.com/office/officeart/2005/8/layout/list1"/>
    <dgm:cxn modelId="{4C2010E5-A35D-4F5F-9F37-9CA764983542}" srcId="{687D8256-1659-432A-9D0B-7F4F9320D9EB}" destId="{559DBAB0-165C-4519-BCBF-74841D553990}" srcOrd="1" destOrd="0" parTransId="{05CAB70D-014A-4D45-AFBE-1A8B49DCC621}" sibTransId="{0BD09816-00A9-4E33-8C83-AE06967AA411}"/>
    <dgm:cxn modelId="{68C520F0-C0D2-4533-90DB-29C18D95D23F}" type="presOf" srcId="{559DBAB0-165C-4519-BCBF-74841D553990}" destId="{26359B7A-529D-4539-BC5D-8086974DBA2D}" srcOrd="1" destOrd="0" presId="urn:microsoft.com/office/officeart/2005/8/layout/list1"/>
    <dgm:cxn modelId="{008583FE-D592-43F6-A4C6-6A692F2A8C57}" type="presOf" srcId="{E952668C-975F-470E-85AE-4A2C08912C7D}" destId="{B3FB7B23-C287-4048-A0D5-789E41DA2DF1}" srcOrd="0" destOrd="0" presId="urn:microsoft.com/office/officeart/2005/8/layout/list1"/>
    <dgm:cxn modelId="{B6351C9A-E6CE-4A9D-BBC0-FA58BC6A6D67}" type="presParOf" srcId="{C61E197E-C6B0-4A8A-8A52-E1E9C62D1469}" destId="{9B994DF4-A209-41DF-AA43-B5EA53FC4799}" srcOrd="0" destOrd="0" presId="urn:microsoft.com/office/officeart/2005/8/layout/list1"/>
    <dgm:cxn modelId="{CC19A833-D5CA-4B58-B313-8D04BCD0259F}" type="presParOf" srcId="{9B994DF4-A209-41DF-AA43-B5EA53FC4799}" destId="{B3FB7B23-C287-4048-A0D5-789E41DA2DF1}" srcOrd="0" destOrd="0" presId="urn:microsoft.com/office/officeart/2005/8/layout/list1"/>
    <dgm:cxn modelId="{00437E63-3252-4FE2-8B80-2BAB1EEFF0D5}" type="presParOf" srcId="{9B994DF4-A209-41DF-AA43-B5EA53FC4799}" destId="{D4C39096-1203-4593-8975-D39D4983E187}" srcOrd="1" destOrd="0" presId="urn:microsoft.com/office/officeart/2005/8/layout/list1"/>
    <dgm:cxn modelId="{B4D354FE-ADE6-49A6-A587-77ECD7594037}" type="presParOf" srcId="{C61E197E-C6B0-4A8A-8A52-E1E9C62D1469}" destId="{2D5C5F5F-BE3F-4791-B171-75F6AFBB0C76}" srcOrd="1" destOrd="0" presId="urn:microsoft.com/office/officeart/2005/8/layout/list1"/>
    <dgm:cxn modelId="{FA8F368E-2F2F-4311-BBE0-87A41F67C8BE}" type="presParOf" srcId="{C61E197E-C6B0-4A8A-8A52-E1E9C62D1469}" destId="{5210A33C-85E6-41F4-98E8-82BF08AFBDFF}" srcOrd="2" destOrd="0" presId="urn:microsoft.com/office/officeart/2005/8/layout/list1"/>
    <dgm:cxn modelId="{FC7241F2-EB55-43B1-AEBA-67D83DFCE196}" type="presParOf" srcId="{C61E197E-C6B0-4A8A-8A52-E1E9C62D1469}" destId="{DEFBBC1D-09F5-4C15-9F81-BF79EED3E4CE}" srcOrd="3" destOrd="0" presId="urn:microsoft.com/office/officeart/2005/8/layout/list1"/>
    <dgm:cxn modelId="{23DD6E0F-D3AD-4D00-9A13-3B19BD4B0B16}" type="presParOf" srcId="{C61E197E-C6B0-4A8A-8A52-E1E9C62D1469}" destId="{95F8C24F-4869-4A98-A3B5-F93D38F80EF7}" srcOrd="4" destOrd="0" presId="urn:microsoft.com/office/officeart/2005/8/layout/list1"/>
    <dgm:cxn modelId="{F52A7FC5-4727-4B92-81BE-DBD537B5E271}" type="presParOf" srcId="{95F8C24F-4869-4A98-A3B5-F93D38F80EF7}" destId="{ED137E0A-5B6A-4FE9-96F2-3C7D6856490F}" srcOrd="0" destOrd="0" presId="urn:microsoft.com/office/officeart/2005/8/layout/list1"/>
    <dgm:cxn modelId="{4C5B75D5-AC0C-4387-8AE8-0B90EA0878BB}" type="presParOf" srcId="{95F8C24F-4869-4A98-A3B5-F93D38F80EF7}" destId="{26359B7A-529D-4539-BC5D-8086974DBA2D}" srcOrd="1" destOrd="0" presId="urn:microsoft.com/office/officeart/2005/8/layout/list1"/>
    <dgm:cxn modelId="{AA2645FC-A52F-4CC9-B295-7F3A45787178}" type="presParOf" srcId="{C61E197E-C6B0-4A8A-8A52-E1E9C62D1469}" destId="{81C560CB-62C5-417B-A955-4F93D3155D70}" srcOrd="5" destOrd="0" presId="urn:microsoft.com/office/officeart/2005/8/layout/list1"/>
    <dgm:cxn modelId="{D3A33CED-A861-497E-A1B7-3DBB4498A627}" type="presParOf" srcId="{C61E197E-C6B0-4A8A-8A52-E1E9C62D1469}" destId="{6B25478B-BC27-4651-B3DD-138A15D4A396}" srcOrd="6" destOrd="0" presId="urn:microsoft.com/office/officeart/2005/8/layout/list1"/>
    <dgm:cxn modelId="{3739910D-D0C1-4693-BBCF-91C959C2FD12}" type="presParOf" srcId="{C61E197E-C6B0-4A8A-8A52-E1E9C62D1469}" destId="{2DE55A3B-55AF-41EB-A1DA-E711EC95FBD3}" srcOrd="7" destOrd="0" presId="urn:microsoft.com/office/officeart/2005/8/layout/list1"/>
    <dgm:cxn modelId="{01CFE623-6929-4E67-B0AB-076D36E70809}" type="presParOf" srcId="{C61E197E-C6B0-4A8A-8A52-E1E9C62D1469}" destId="{5E785877-3167-4220-9A27-10F82530A9F8}" srcOrd="8" destOrd="0" presId="urn:microsoft.com/office/officeart/2005/8/layout/list1"/>
    <dgm:cxn modelId="{4FB15259-13E6-4B36-8261-0EB88C13ED5C}" type="presParOf" srcId="{5E785877-3167-4220-9A27-10F82530A9F8}" destId="{12A88C2A-B031-415B-B74B-CACA60B3BDD8}" srcOrd="0" destOrd="0" presId="urn:microsoft.com/office/officeart/2005/8/layout/list1"/>
    <dgm:cxn modelId="{90147A56-70C8-45B4-9ACC-4184DCE1E7BB}" type="presParOf" srcId="{5E785877-3167-4220-9A27-10F82530A9F8}" destId="{DDB6D463-0A69-4CF1-97E3-9D3AD67141AE}" srcOrd="1" destOrd="0" presId="urn:microsoft.com/office/officeart/2005/8/layout/list1"/>
    <dgm:cxn modelId="{ABE99698-43C5-4FB0-B281-EB84206A3B6E}" type="presParOf" srcId="{C61E197E-C6B0-4A8A-8A52-E1E9C62D1469}" destId="{B5231647-0882-4BB2-ABF3-E2624EF5CD72}" srcOrd="9" destOrd="0" presId="urn:microsoft.com/office/officeart/2005/8/layout/list1"/>
    <dgm:cxn modelId="{7A2648B0-2B72-41B4-8377-CE52FD37814B}" type="presParOf" srcId="{C61E197E-C6B0-4A8A-8A52-E1E9C62D1469}" destId="{CC325DDC-40F2-460C-BA34-6EA696CACD5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60F227-CB74-4BE9-86AA-9CF02FD3812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824A8-B076-43B5-857A-4A2B79A70665}">
      <dgm:prSet custT="1"/>
      <dgm:spPr/>
      <dgm:t>
        <a:bodyPr/>
        <a:lstStyle/>
        <a:p>
          <a:r>
            <a:rPr lang="en-US" sz="2800" dirty="0" err="1">
              <a:latin typeface="+mn-lt"/>
            </a:rPr>
            <a:t>Quản</a:t>
          </a:r>
          <a:r>
            <a:rPr lang="en-US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lý</a:t>
          </a:r>
          <a:r>
            <a:rPr lang="en-US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thu</a:t>
          </a:r>
          <a:r>
            <a:rPr lang="en-US" sz="2800" dirty="0">
              <a:latin typeface="+mn-lt"/>
            </a:rPr>
            <a:t> chi</a:t>
          </a:r>
        </a:p>
      </dgm:t>
    </dgm:pt>
    <dgm:pt modelId="{05E03CA2-03BC-44C0-B2CB-3A75F1AD56E6}" type="parTrans" cxnId="{94877D50-B939-41F3-B249-36AEB0DCDA1A}">
      <dgm:prSet/>
      <dgm:spPr/>
      <dgm:t>
        <a:bodyPr/>
        <a:lstStyle/>
        <a:p>
          <a:endParaRPr lang="en-US"/>
        </a:p>
      </dgm:t>
    </dgm:pt>
    <dgm:pt modelId="{1DCE7C29-B0A1-48D9-8349-0640B244F381}" type="sibTrans" cxnId="{94877D50-B939-41F3-B249-36AEB0DCDA1A}">
      <dgm:prSet/>
      <dgm:spPr/>
      <dgm:t>
        <a:bodyPr/>
        <a:lstStyle/>
        <a:p>
          <a:endParaRPr lang="en-US"/>
        </a:p>
      </dgm:t>
    </dgm:pt>
    <dgm:pt modelId="{D3A97D70-9866-4DFF-B8BB-8B722F391FD2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 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Ghi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nhận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thu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chi</a:t>
          </a:r>
        </a:p>
      </dgm:t>
    </dgm:pt>
    <dgm:pt modelId="{29A163F3-E389-4F6A-923C-0339399F6D65}" type="parTrans" cxnId="{3F92F324-2124-4492-A096-C8A1B1369BBD}">
      <dgm:prSet/>
      <dgm:spPr/>
      <dgm:t>
        <a:bodyPr/>
        <a:lstStyle/>
        <a:p>
          <a:endParaRPr lang="en-US"/>
        </a:p>
      </dgm:t>
    </dgm:pt>
    <dgm:pt modelId="{CD4F9ABB-47FF-42B3-8CD2-B3B12817BFA1}" type="sibTrans" cxnId="{3F92F324-2124-4492-A096-C8A1B1369BBD}">
      <dgm:prSet/>
      <dgm:spPr/>
      <dgm:t>
        <a:bodyPr/>
        <a:lstStyle/>
        <a:p>
          <a:endParaRPr lang="en-US"/>
        </a:p>
      </dgm:t>
    </dgm:pt>
    <dgm:pt modelId="{D26D2B16-BC32-4804-A286-859A18265F8D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Theo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lịch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sử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BF213D-122F-42FB-9C03-08F007BA3FFD}" type="parTrans" cxnId="{3B7D9EB4-F844-4869-A620-C4DAA1FDD33F}">
      <dgm:prSet/>
      <dgm:spPr/>
      <dgm:t>
        <a:bodyPr/>
        <a:lstStyle/>
        <a:p>
          <a:endParaRPr lang="en-US"/>
        </a:p>
      </dgm:t>
    </dgm:pt>
    <dgm:pt modelId="{11D5C53E-695A-42EF-B3B6-54574E21FB52}" type="sibTrans" cxnId="{3B7D9EB4-F844-4869-A620-C4DAA1FDD33F}">
      <dgm:prSet/>
      <dgm:spPr/>
      <dgm:t>
        <a:bodyPr/>
        <a:lstStyle/>
        <a:p>
          <a:endParaRPr lang="en-US"/>
        </a:p>
      </dgm:t>
    </dgm:pt>
    <dgm:pt modelId="{80FCF9D7-2AB3-4720-B5A3-917C2313E16E}">
      <dgm:prSet custT="1"/>
      <dgm:spPr/>
      <dgm:t>
        <a:bodyPr/>
        <a:lstStyle/>
        <a:p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Thiết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lập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165533-A4EB-44C0-8893-043BFCE90751}" type="parTrans" cxnId="{B4C27785-296F-4003-AFD4-A857CE65AEDB}">
      <dgm:prSet/>
      <dgm:spPr/>
      <dgm:t>
        <a:bodyPr/>
        <a:lstStyle/>
        <a:p>
          <a:endParaRPr lang="en-US"/>
        </a:p>
      </dgm:t>
    </dgm:pt>
    <dgm:pt modelId="{0EAE2EE8-1DB4-48B5-AB91-296EE95A8753}" type="sibTrans" cxnId="{B4C27785-296F-4003-AFD4-A857CE65AEDB}">
      <dgm:prSet/>
      <dgm:spPr/>
      <dgm:t>
        <a:bodyPr/>
        <a:lstStyle/>
        <a:p>
          <a:endParaRPr lang="en-US"/>
        </a:p>
      </dgm:t>
    </dgm:pt>
    <dgm:pt modelId="{366090CE-B7B5-45E5-AB2E-D53ED634F3AD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Tạo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tiết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kiệm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27B204-FDCE-4094-9E9C-BC6BA53456B8}" type="parTrans" cxnId="{89451597-69AF-41AD-BE10-1C57D8586BDC}">
      <dgm:prSet/>
      <dgm:spPr/>
      <dgm:t>
        <a:bodyPr/>
        <a:lstStyle/>
        <a:p>
          <a:endParaRPr lang="en-US"/>
        </a:p>
      </dgm:t>
    </dgm:pt>
    <dgm:pt modelId="{988F302B-105C-4F04-9D4C-B4A6E43E9A9A}" type="sibTrans" cxnId="{89451597-69AF-41AD-BE10-1C57D8586BDC}">
      <dgm:prSet/>
      <dgm:spPr/>
      <dgm:t>
        <a:bodyPr/>
        <a:lstStyle/>
        <a:p>
          <a:endParaRPr lang="en-US"/>
        </a:p>
      </dgm:t>
    </dgm:pt>
    <dgm:pt modelId="{2420C2D3-FC87-4125-BC54-AABB561FF784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Theo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tiến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độ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14403D-2554-41C2-8677-63FF49C2950A}" type="parTrans" cxnId="{81B24461-08BC-4E1E-BF52-F76B07D0FCD5}">
      <dgm:prSet/>
      <dgm:spPr/>
      <dgm:t>
        <a:bodyPr/>
        <a:lstStyle/>
        <a:p>
          <a:endParaRPr lang="en-US"/>
        </a:p>
      </dgm:t>
    </dgm:pt>
    <dgm:pt modelId="{D4DCD763-EB81-4FA3-BC3B-43E07F2B0791}" type="sibTrans" cxnId="{81B24461-08BC-4E1E-BF52-F76B07D0FCD5}">
      <dgm:prSet/>
      <dgm:spPr/>
      <dgm:t>
        <a:bodyPr/>
        <a:lstStyle/>
        <a:p>
          <a:endParaRPr lang="en-US"/>
        </a:p>
      </dgm:t>
    </dgm:pt>
    <dgm:pt modelId="{2AC8F158-434B-47CE-82E6-4A4D74974D71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tìm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kiếm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lọc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4FB7B0-C97F-458F-B3A7-8B83D3DC082F}" type="parTrans" cxnId="{790BF5FD-BC08-44B5-A763-1CC9D0868B0B}">
      <dgm:prSet/>
      <dgm:spPr/>
      <dgm:t>
        <a:bodyPr/>
        <a:lstStyle/>
        <a:p>
          <a:endParaRPr lang="en-US"/>
        </a:p>
      </dgm:t>
    </dgm:pt>
    <dgm:pt modelId="{FFBF97AF-B3F6-4990-BAA7-32DE5BD15A7E}" type="sibTrans" cxnId="{790BF5FD-BC08-44B5-A763-1CC9D0868B0B}">
      <dgm:prSet/>
      <dgm:spPr/>
      <dgm:t>
        <a:bodyPr/>
        <a:lstStyle/>
        <a:p>
          <a:endParaRPr lang="en-US"/>
        </a:p>
      </dgm:t>
    </dgm:pt>
    <dgm:pt modelId="{B8B6713E-1713-4C93-82FD-72709A06EF47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Kế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hoạch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7ADC43-4AB9-419D-8020-FB11AE4328F4}" type="parTrans" cxnId="{618C816C-6BE6-418E-94E9-9B823ED1F097}">
      <dgm:prSet/>
      <dgm:spPr/>
      <dgm:t>
        <a:bodyPr/>
        <a:lstStyle/>
        <a:p>
          <a:endParaRPr lang="en-US"/>
        </a:p>
      </dgm:t>
    </dgm:pt>
    <dgm:pt modelId="{112369F1-A814-43E8-8DA2-FA280856F2ED}" type="sibTrans" cxnId="{618C816C-6BE6-418E-94E9-9B823ED1F097}">
      <dgm:prSet/>
      <dgm:spPr/>
      <dgm:t>
        <a:bodyPr/>
        <a:lstStyle/>
        <a:p>
          <a:endParaRPr lang="en-US"/>
        </a:p>
      </dgm:t>
    </dgm:pt>
    <dgm:pt modelId="{839DF8B7-CC25-4FA3-A475-BFDCECFCDB9B}" type="pres">
      <dgm:prSet presAssocID="{3B60F227-CB74-4BE9-86AA-9CF02FD38126}" presName="Name0" presStyleCnt="0">
        <dgm:presLayoutVars>
          <dgm:dir/>
          <dgm:animLvl val="lvl"/>
          <dgm:resizeHandles val="exact"/>
        </dgm:presLayoutVars>
      </dgm:prSet>
      <dgm:spPr/>
    </dgm:pt>
    <dgm:pt modelId="{9EBFA5F2-19CC-41B5-AA6D-752615D9A8AE}" type="pres">
      <dgm:prSet presAssocID="{4EC824A8-B076-43B5-857A-4A2B79A70665}" presName="composite" presStyleCnt="0"/>
      <dgm:spPr/>
    </dgm:pt>
    <dgm:pt modelId="{5F56096C-F861-4F48-A20F-69C3F2DA00A7}" type="pres">
      <dgm:prSet presAssocID="{4EC824A8-B076-43B5-857A-4A2B79A7066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6F5B22D-2327-4A46-AAAF-13FFDE35C6F8}" type="pres">
      <dgm:prSet presAssocID="{4EC824A8-B076-43B5-857A-4A2B79A70665}" presName="desTx" presStyleLbl="alignAccFollowNode1" presStyleIdx="0" presStyleCnt="2" custLinFactNeighborX="-1" custLinFactNeighborY="-813">
        <dgm:presLayoutVars>
          <dgm:bulletEnabled val="1"/>
        </dgm:presLayoutVars>
      </dgm:prSet>
      <dgm:spPr/>
    </dgm:pt>
    <dgm:pt modelId="{CB205318-7D8F-4A0F-8DE3-504E886623D2}" type="pres">
      <dgm:prSet presAssocID="{1DCE7C29-B0A1-48D9-8349-0640B244F381}" presName="space" presStyleCnt="0"/>
      <dgm:spPr/>
    </dgm:pt>
    <dgm:pt modelId="{24A71AC3-8BD9-4606-AA0C-DDFA7E30F400}" type="pres">
      <dgm:prSet presAssocID="{80FCF9D7-2AB3-4720-B5A3-917C2313E16E}" presName="composite" presStyleCnt="0"/>
      <dgm:spPr/>
    </dgm:pt>
    <dgm:pt modelId="{44FDF00B-F2E0-4FBA-BA0C-57F18057DBEB}" type="pres">
      <dgm:prSet presAssocID="{80FCF9D7-2AB3-4720-B5A3-917C2313E16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025F8A3-C24A-4DAF-888B-87A367AC2027}" type="pres">
      <dgm:prSet presAssocID="{80FCF9D7-2AB3-4720-B5A3-917C2313E16E}" presName="desTx" presStyleLbl="alignAccFollowNode1" presStyleIdx="1" presStyleCnt="2" custLinFactNeighborX="2020" custLinFactNeighborY="528">
        <dgm:presLayoutVars>
          <dgm:bulletEnabled val="1"/>
        </dgm:presLayoutVars>
      </dgm:prSet>
      <dgm:spPr/>
    </dgm:pt>
  </dgm:ptLst>
  <dgm:cxnLst>
    <dgm:cxn modelId="{3F92F324-2124-4492-A096-C8A1B1369BBD}" srcId="{4EC824A8-B076-43B5-857A-4A2B79A70665}" destId="{D3A97D70-9866-4DFF-B8BB-8B722F391FD2}" srcOrd="0" destOrd="0" parTransId="{29A163F3-E389-4F6A-923C-0339399F6D65}" sibTransId="{CD4F9ABB-47FF-42B3-8CD2-B3B12817BFA1}"/>
    <dgm:cxn modelId="{0283702B-0525-4F5E-AB10-9380ABF922A2}" type="presOf" srcId="{366090CE-B7B5-45E5-AB2E-D53ED634F3AD}" destId="{B025F8A3-C24A-4DAF-888B-87A367AC2027}" srcOrd="0" destOrd="0" presId="urn:microsoft.com/office/officeart/2005/8/layout/hList1"/>
    <dgm:cxn modelId="{4B46A93B-F946-4847-940C-D61D006A3FB9}" type="presOf" srcId="{80FCF9D7-2AB3-4720-B5A3-917C2313E16E}" destId="{44FDF00B-F2E0-4FBA-BA0C-57F18057DBEB}" srcOrd="0" destOrd="0" presId="urn:microsoft.com/office/officeart/2005/8/layout/hList1"/>
    <dgm:cxn modelId="{81B24461-08BC-4E1E-BF52-F76B07D0FCD5}" srcId="{80FCF9D7-2AB3-4720-B5A3-917C2313E16E}" destId="{2420C2D3-FC87-4125-BC54-AABB561FF784}" srcOrd="1" destOrd="0" parTransId="{B514403D-2554-41C2-8677-63FF49C2950A}" sibTransId="{D4DCD763-EB81-4FA3-BC3B-43E07F2B0791}"/>
    <dgm:cxn modelId="{618C816C-6BE6-418E-94E9-9B823ED1F097}" srcId="{80FCF9D7-2AB3-4720-B5A3-917C2313E16E}" destId="{B8B6713E-1713-4C93-82FD-72709A06EF47}" srcOrd="2" destOrd="0" parTransId="{C27ADC43-4AB9-419D-8020-FB11AE4328F4}" sibTransId="{112369F1-A814-43E8-8DA2-FA280856F2ED}"/>
    <dgm:cxn modelId="{DC34C64C-41E1-4CD8-B909-057E42572A8B}" type="presOf" srcId="{3B60F227-CB74-4BE9-86AA-9CF02FD38126}" destId="{839DF8B7-CC25-4FA3-A475-BFDCECFCDB9B}" srcOrd="0" destOrd="0" presId="urn:microsoft.com/office/officeart/2005/8/layout/hList1"/>
    <dgm:cxn modelId="{94877D50-B939-41F3-B249-36AEB0DCDA1A}" srcId="{3B60F227-CB74-4BE9-86AA-9CF02FD38126}" destId="{4EC824A8-B076-43B5-857A-4A2B79A70665}" srcOrd="0" destOrd="0" parTransId="{05E03CA2-03BC-44C0-B2CB-3A75F1AD56E6}" sibTransId="{1DCE7C29-B0A1-48D9-8349-0640B244F381}"/>
    <dgm:cxn modelId="{B6FBF075-6F34-47D1-82FE-F4CE37FE98D2}" type="presOf" srcId="{4EC824A8-B076-43B5-857A-4A2B79A70665}" destId="{5F56096C-F861-4F48-A20F-69C3F2DA00A7}" srcOrd="0" destOrd="0" presId="urn:microsoft.com/office/officeart/2005/8/layout/hList1"/>
    <dgm:cxn modelId="{A0660E85-3D8B-4327-A4CD-8FA833E8B29E}" type="presOf" srcId="{D3A97D70-9866-4DFF-B8BB-8B722F391FD2}" destId="{16F5B22D-2327-4A46-AAAF-13FFDE35C6F8}" srcOrd="0" destOrd="0" presId="urn:microsoft.com/office/officeart/2005/8/layout/hList1"/>
    <dgm:cxn modelId="{B4C27785-296F-4003-AFD4-A857CE65AEDB}" srcId="{3B60F227-CB74-4BE9-86AA-9CF02FD38126}" destId="{80FCF9D7-2AB3-4720-B5A3-917C2313E16E}" srcOrd="1" destOrd="0" parTransId="{BC165533-A4EB-44C0-8893-043BFCE90751}" sibTransId="{0EAE2EE8-1DB4-48B5-AB91-296EE95A8753}"/>
    <dgm:cxn modelId="{89451597-69AF-41AD-BE10-1C57D8586BDC}" srcId="{80FCF9D7-2AB3-4720-B5A3-917C2313E16E}" destId="{366090CE-B7B5-45E5-AB2E-D53ED634F3AD}" srcOrd="0" destOrd="0" parTransId="{7D27B204-FDCE-4094-9E9C-BC6BA53456B8}" sibTransId="{988F302B-105C-4F04-9D4C-B4A6E43E9A9A}"/>
    <dgm:cxn modelId="{3B7D9EB4-F844-4869-A620-C4DAA1FDD33F}" srcId="{4EC824A8-B076-43B5-857A-4A2B79A70665}" destId="{D26D2B16-BC32-4804-A286-859A18265F8D}" srcOrd="1" destOrd="0" parTransId="{D4BF213D-122F-42FB-9C03-08F007BA3FFD}" sibTransId="{11D5C53E-695A-42EF-B3B6-54574E21FB52}"/>
    <dgm:cxn modelId="{E1FA66BF-4440-48A5-BEA5-C9B32427FCD2}" type="presOf" srcId="{2420C2D3-FC87-4125-BC54-AABB561FF784}" destId="{B025F8A3-C24A-4DAF-888B-87A367AC2027}" srcOrd="0" destOrd="1" presId="urn:microsoft.com/office/officeart/2005/8/layout/hList1"/>
    <dgm:cxn modelId="{0D2B4DC3-D0F9-4ADB-9F8A-00F1285FF300}" type="presOf" srcId="{2AC8F158-434B-47CE-82E6-4A4D74974D71}" destId="{16F5B22D-2327-4A46-AAAF-13FFDE35C6F8}" srcOrd="0" destOrd="2" presId="urn:microsoft.com/office/officeart/2005/8/layout/hList1"/>
    <dgm:cxn modelId="{42A937D6-78E8-46EC-A2A9-8237285407D8}" type="presOf" srcId="{D26D2B16-BC32-4804-A286-859A18265F8D}" destId="{16F5B22D-2327-4A46-AAAF-13FFDE35C6F8}" srcOrd="0" destOrd="1" presId="urn:microsoft.com/office/officeart/2005/8/layout/hList1"/>
    <dgm:cxn modelId="{33812EF9-E960-4837-99D6-64DF76F02572}" type="presOf" srcId="{B8B6713E-1713-4C93-82FD-72709A06EF47}" destId="{B025F8A3-C24A-4DAF-888B-87A367AC2027}" srcOrd="0" destOrd="2" presId="urn:microsoft.com/office/officeart/2005/8/layout/hList1"/>
    <dgm:cxn modelId="{790BF5FD-BC08-44B5-A763-1CC9D0868B0B}" srcId="{4EC824A8-B076-43B5-857A-4A2B79A70665}" destId="{2AC8F158-434B-47CE-82E6-4A4D74974D71}" srcOrd="2" destOrd="0" parTransId="{714FB7B0-C97F-458F-B3A7-8B83D3DC082F}" sibTransId="{FFBF97AF-B3F6-4990-BAA7-32DE5BD15A7E}"/>
    <dgm:cxn modelId="{69F17F7F-BB1A-46AB-9151-D48AEB0A01A3}" type="presParOf" srcId="{839DF8B7-CC25-4FA3-A475-BFDCECFCDB9B}" destId="{9EBFA5F2-19CC-41B5-AA6D-752615D9A8AE}" srcOrd="0" destOrd="0" presId="urn:microsoft.com/office/officeart/2005/8/layout/hList1"/>
    <dgm:cxn modelId="{179276FF-FC11-4C98-B26E-1C37C5C21CDA}" type="presParOf" srcId="{9EBFA5F2-19CC-41B5-AA6D-752615D9A8AE}" destId="{5F56096C-F861-4F48-A20F-69C3F2DA00A7}" srcOrd="0" destOrd="0" presId="urn:microsoft.com/office/officeart/2005/8/layout/hList1"/>
    <dgm:cxn modelId="{2A4313A4-5D3C-4D7C-B9E8-4E70FA3A9869}" type="presParOf" srcId="{9EBFA5F2-19CC-41B5-AA6D-752615D9A8AE}" destId="{16F5B22D-2327-4A46-AAAF-13FFDE35C6F8}" srcOrd="1" destOrd="0" presId="urn:microsoft.com/office/officeart/2005/8/layout/hList1"/>
    <dgm:cxn modelId="{1530E405-F54A-4B15-9A2B-621F9AF56622}" type="presParOf" srcId="{839DF8B7-CC25-4FA3-A475-BFDCECFCDB9B}" destId="{CB205318-7D8F-4A0F-8DE3-504E886623D2}" srcOrd="1" destOrd="0" presId="urn:microsoft.com/office/officeart/2005/8/layout/hList1"/>
    <dgm:cxn modelId="{9C562A30-B9CA-4328-82F8-45D50F1C6F12}" type="presParOf" srcId="{839DF8B7-CC25-4FA3-A475-BFDCECFCDB9B}" destId="{24A71AC3-8BD9-4606-AA0C-DDFA7E30F400}" srcOrd="2" destOrd="0" presId="urn:microsoft.com/office/officeart/2005/8/layout/hList1"/>
    <dgm:cxn modelId="{C7A53D63-E54D-4B91-A716-3419A7CFEBB5}" type="presParOf" srcId="{24A71AC3-8BD9-4606-AA0C-DDFA7E30F400}" destId="{44FDF00B-F2E0-4FBA-BA0C-57F18057DBEB}" srcOrd="0" destOrd="0" presId="urn:microsoft.com/office/officeart/2005/8/layout/hList1"/>
    <dgm:cxn modelId="{6A4B83FB-5320-40C0-AE2F-4D374F921E93}" type="presParOf" srcId="{24A71AC3-8BD9-4606-AA0C-DDFA7E30F400}" destId="{B025F8A3-C24A-4DAF-888B-87A367AC202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60F227-CB74-4BE9-86AA-9CF02FD3812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824A8-B076-43B5-857A-4A2B79A70665}">
      <dgm:prSet custT="1"/>
      <dgm:spPr/>
      <dgm:t>
        <a:bodyPr/>
        <a:lstStyle/>
        <a:p>
          <a:r>
            <a:rPr lang="vi-VN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Ngân</a:t>
          </a:r>
          <a:r>
            <a:rPr lang="en-US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sách</a:t>
          </a:r>
          <a:r>
            <a:rPr lang="en-US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và</a:t>
          </a:r>
          <a:r>
            <a:rPr lang="en-US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thống</a:t>
          </a:r>
          <a:r>
            <a:rPr lang="en-US" sz="2800" dirty="0">
              <a:latin typeface="+mn-lt"/>
            </a:rPr>
            <a:t> </a:t>
          </a:r>
          <a:r>
            <a:rPr lang="en-US" sz="2800" dirty="0" err="1">
              <a:latin typeface="+mn-lt"/>
            </a:rPr>
            <a:t>kê</a:t>
          </a:r>
          <a:endParaRPr lang="en-US" sz="2800" dirty="0">
            <a:latin typeface="+mn-lt"/>
          </a:endParaRPr>
        </a:p>
      </dgm:t>
    </dgm:pt>
    <dgm:pt modelId="{05E03CA2-03BC-44C0-B2CB-3A75F1AD56E6}" type="parTrans" cxnId="{94877D50-B939-41F3-B249-36AEB0DCDA1A}">
      <dgm:prSet/>
      <dgm:spPr/>
      <dgm:t>
        <a:bodyPr/>
        <a:lstStyle/>
        <a:p>
          <a:endParaRPr lang="en-US"/>
        </a:p>
      </dgm:t>
    </dgm:pt>
    <dgm:pt modelId="{1DCE7C29-B0A1-48D9-8349-0640B244F381}" type="sibTrans" cxnId="{94877D50-B939-41F3-B249-36AEB0DCDA1A}">
      <dgm:prSet/>
      <dgm:spPr/>
      <dgm:t>
        <a:bodyPr/>
        <a:lstStyle/>
        <a:p>
          <a:endParaRPr lang="en-US"/>
        </a:p>
      </dgm:t>
    </dgm:pt>
    <dgm:pt modelId="{D3A97D70-9866-4DFF-B8BB-8B722F391FD2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 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Thiết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lập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theo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danh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A163F3-E389-4F6A-923C-0339399F6D65}" type="parTrans" cxnId="{3F92F324-2124-4492-A096-C8A1B1369BBD}">
      <dgm:prSet/>
      <dgm:spPr/>
      <dgm:t>
        <a:bodyPr/>
        <a:lstStyle/>
        <a:p>
          <a:endParaRPr lang="en-US"/>
        </a:p>
      </dgm:t>
    </dgm:pt>
    <dgm:pt modelId="{CD4F9ABB-47FF-42B3-8CD2-B3B12817BFA1}" type="sibTrans" cxnId="{3F92F324-2124-4492-A096-C8A1B1369BBD}">
      <dgm:prSet/>
      <dgm:spPr/>
      <dgm:t>
        <a:bodyPr/>
        <a:lstStyle/>
        <a:p>
          <a:endParaRPr lang="en-US"/>
        </a:p>
      </dgm:t>
    </dgm:pt>
    <dgm:pt modelId="{D26D2B16-BC32-4804-A286-859A18265F8D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Theo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mức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sử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dụng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BF213D-122F-42FB-9C03-08F007BA3FFD}" type="parTrans" cxnId="{3B7D9EB4-F844-4869-A620-C4DAA1FDD33F}">
      <dgm:prSet/>
      <dgm:spPr/>
      <dgm:t>
        <a:bodyPr/>
        <a:lstStyle/>
        <a:p>
          <a:endParaRPr lang="en-US"/>
        </a:p>
      </dgm:t>
    </dgm:pt>
    <dgm:pt modelId="{11D5C53E-695A-42EF-B3B6-54574E21FB52}" type="sibTrans" cxnId="{3B7D9EB4-F844-4869-A620-C4DAA1FDD33F}">
      <dgm:prSet/>
      <dgm:spPr/>
      <dgm:t>
        <a:bodyPr/>
        <a:lstStyle/>
        <a:p>
          <a:endParaRPr lang="en-US"/>
        </a:p>
      </dgm:t>
    </dgm:pt>
    <dgm:pt modelId="{80FCF9D7-2AB3-4720-B5A3-917C2313E16E}">
      <dgm:prSet custT="1"/>
      <dgm:spPr/>
      <dgm:t>
        <a:bodyPr/>
        <a:lstStyle/>
        <a:p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AI</a:t>
          </a:r>
        </a:p>
      </dgm:t>
    </dgm:pt>
    <dgm:pt modelId="{BC165533-A4EB-44C0-8893-043BFCE90751}" type="parTrans" cxnId="{B4C27785-296F-4003-AFD4-A857CE65AEDB}">
      <dgm:prSet/>
      <dgm:spPr/>
      <dgm:t>
        <a:bodyPr/>
        <a:lstStyle/>
        <a:p>
          <a:endParaRPr lang="en-US"/>
        </a:p>
      </dgm:t>
    </dgm:pt>
    <dgm:pt modelId="{0EAE2EE8-1DB4-48B5-AB91-296EE95A8753}" type="sibTrans" cxnId="{B4C27785-296F-4003-AFD4-A857CE65AEDB}">
      <dgm:prSet/>
      <dgm:spPr/>
      <dgm:t>
        <a:bodyPr/>
        <a:lstStyle/>
        <a:p>
          <a:endParaRPr lang="en-US"/>
        </a:p>
      </dgm:t>
    </dgm:pt>
    <dgm:pt modelId="{366090CE-B7B5-45E5-AB2E-D53ED634F3AD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tình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hình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27B204-FDCE-4094-9E9C-BC6BA53456B8}" type="parTrans" cxnId="{89451597-69AF-41AD-BE10-1C57D8586BDC}">
      <dgm:prSet/>
      <dgm:spPr/>
      <dgm:t>
        <a:bodyPr/>
        <a:lstStyle/>
        <a:p>
          <a:endParaRPr lang="en-US"/>
        </a:p>
      </dgm:t>
    </dgm:pt>
    <dgm:pt modelId="{988F302B-105C-4F04-9D4C-B4A6E43E9A9A}" type="sibTrans" cxnId="{89451597-69AF-41AD-BE10-1C57D8586BDC}">
      <dgm:prSet/>
      <dgm:spPr/>
      <dgm:t>
        <a:bodyPr/>
        <a:lstStyle/>
        <a:p>
          <a:endParaRPr lang="en-US"/>
        </a:p>
      </dgm:t>
    </dgm:pt>
    <dgm:pt modelId="{28BF14DB-E742-47C1-9187-71B32555A319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Trực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quan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bằng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biểu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đồ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C36F73-D782-48FF-916A-9C0359EB624F}" type="parTrans" cxnId="{D509C8CB-40C1-4DF7-B1AA-8C8FE761AC8E}">
      <dgm:prSet/>
      <dgm:spPr/>
      <dgm:t>
        <a:bodyPr/>
        <a:lstStyle/>
        <a:p>
          <a:endParaRPr lang="en-US"/>
        </a:p>
      </dgm:t>
    </dgm:pt>
    <dgm:pt modelId="{52663687-3F79-4CFD-9E2A-8F24FAB42D31}" type="sibTrans" cxnId="{D509C8CB-40C1-4DF7-B1AA-8C8FE761AC8E}">
      <dgm:prSet/>
      <dgm:spPr/>
      <dgm:t>
        <a:bodyPr/>
        <a:lstStyle/>
        <a:p>
          <a:endParaRPr lang="en-US"/>
        </a:p>
      </dgm:t>
    </dgm:pt>
    <dgm:pt modelId="{5C1D0D1A-D437-470E-B777-B4C95FD39282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tạo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từ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đơn</a:t>
          </a:r>
          <a:endParaRPr lang="en-US" sz="2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CC7889-AC0F-4485-B794-0B602FB2A22B}" type="parTrans" cxnId="{FD51929B-AEBD-4267-9236-6735499E34FB}">
      <dgm:prSet/>
      <dgm:spPr/>
      <dgm:t>
        <a:bodyPr/>
        <a:lstStyle/>
        <a:p>
          <a:endParaRPr lang="en-US"/>
        </a:p>
      </dgm:t>
    </dgm:pt>
    <dgm:pt modelId="{F670D8FB-D7B4-46F6-8381-DEE2DBD6D17D}" type="sibTrans" cxnId="{FD51929B-AEBD-4267-9236-6735499E34FB}">
      <dgm:prSet/>
      <dgm:spPr/>
      <dgm:t>
        <a:bodyPr/>
        <a:lstStyle/>
        <a:p>
          <a:endParaRPr lang="en-US"/>
        </a:p>
      </dgm:t>
    </dgm:pt>
    <dgm:pt modelId="{42DBDE8B-A441-4376-A887-973DD8D4BC57}">
      <dgm:prSet custT="1"/>
      <dgm:spPr/>
      <dgm:t>
        <a:bodyPr/>
        <a:lstStyle/>
        <a:p>
          <a:pPr>
            <a:buNone/>
          </a:pP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Đưa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dirty="0" err="1">
              <a:latin typeface="Arial" panose="020B0604020202020204" pitchFamily="34" charset="0"/>
              <a:cs typeface="Arial" panose="020B0604020202020204" pitchFamily="34" charset="0"/>
            </a:rPr>
            <a:t>gợi</a:t>
          </a:r>
          <a:r>
            <a:rPr lang="en-US" sz="2600" dirty="0">
              <a:latin typeface="Arial" panose="020B0604020202020204" pitchFamily="34" charset="0"/>
              <a:cs typeface="Arial" panose="020B0604020202020204" pitchFamily="34" charset="0"/>
            </a:rPr>
            <a:t> ý</a:t>
          </a:r>
        </a:p>
      </dgm:t>
    </dgm:pt>
    <dgm:pt modelId="{0F8F1BD1-BAC6-4200-ACF9-A4DB2A25AF0F}" type="parTrans" cxnId="{236FD40C-0696-4178-A5EA-CCD534FB98CC}">
      <dgm:prSet/>
      <dgm:spPr/>
      <dgm:t>
        <a:bodyPr/>
        <a:lstStyle/>
        <a:p>
          <a:endParaRPr lang="en-US"/>
        </a:p>
      </dgm:t>
    </dgm:pt>
    <dgm:pt modelId="{19DC34AC-1628-4BA5-B66D-A1145AC056FA}" type="sibTrans" cxnId="{236FD40C-0696-4178-A5EA-CCD534FB98CC}">
      <dgm:prSet/>
      <dgm:spPr/>
      <dgm:t>
        <a:bodyPr/>
        <a:lstStyle/>
        <a:p>
          <a:endParaRPr lang="en-US"/>
        </a:p>
      </dgm:t>
    </dgm:pt>
    <dgm:pt modelId="{839DF8B7-CC25-4FA3-A475-BFDCECFCDB9B}" type="pres">
      <dgm:prSet presAssocID="{3B60F227-CB74-4BE9-86AA-9CF02FD38126}" presName="Name0" presStyleCnt="0">
        <dgm:presLayoutVars>
          <dgm:dir/>
          <dgm:animLvl val="lvl"/>
          <dgm:resizeHandles val="exact"/>
        </dgm:presLayoutVars>
      </dgm:prSet>
      <dgm:spPr/>
    </dgm:pt>
    <dgm:pt modelId="{9EBFA5F2-19CC-41B5-AA6D-752615D9A8AE}" type="pres">
      <dgm:prSet presAssocID="{4EC824A8-B076-43B5-857A-4A2B79A70665}" presName="composite" presStyleCnt="0"/>
      <dgm:spPr/>
    </dgm:pt>
    <dgm:pt modelId="{5F56096C-F861-4F48-A20F-69C3F2DA00A7}" type="pres">
      <dgm:prSet presAssocID="{4EC824A8-B076-43B5-857A-4A2B79A7066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6F5B22D-2327-4A46-AAAF-13FFDE35C6F8}" type="pres">
      <dgm:prSet presAssocID="{4EC824A8-B076-43B5-857A-4A2B79A70665}" presName="desTx" presStyleLbl="alignAccFollowNode1" presStyleIdx="0" presStyleCnt="2" custLinFactNeighborX="-1" custLinFactNeighborY="-813">
        <dgm:presLayoutVars>
          <dgm:bulletEnabled val="1"/>
        </dgm:presLayoutVars>
      </dgm:prSet>
      <dgm:spPr/>
    </dgm:pt>
    <dgm:pt modelId="{CB205318-7D8F-4A0F-8DE3-504E886623D2}" type="pres">
      <dgm:prSet presAssocID="{1DCE7C29-B0A1-48D9-8349-0640B244F381}" presName="space" presStyleCnt="0"/>
      <dgm:spPr/>
    </dgm:pt>
    <dgm:pt modelId="{24A71AC3-8BD9-4606-AA0C-DDFA7E30F400}" type="pres">
      <dgm:prSet presAssocID="{80FCF9D7-2AB3-4720-B5A3-917C2313E16E}" presName="composite" presStyleCnt="0"/>
      <dgm:spPr/>
    </dgm:pt>
    <dgm:pt modelId="{44FDF00B-F2E0-4FBA-BA0C-57F18057DBEB}" type="pres">
      <dgm:prSet presAssocID="{80FCF9D7-2AB3-4720-B5A3-917C2313E16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025F8A3-C24A-4DAF-888B-87A367AC2027}" type="pres">
      <dgm:prSet presAssocID="{80FCF9D7-2AB3-4720-B5A3-917C2313E16E}" presName="desTx" presStyleLbl="alignAccFollowNode1" presStyleIdx="1" presStyleCnt="2" custLinFactNeighborX="2020" custLinFactNeighborY="528">
        <dgm:presLayoutVars>
          <dgm:bulletEnabled val="1"/>
        </dgm:presLayoutVars>
      </dgm:prSet>
      <dgm:spPr/>
    </dgm:pt>
  </dgm:ptLst>
  <dgm:cxnLst>
    <dgm:cxn modelId="{236FD40C-0696-4178-A5EA-CCD534FB98CC}" srcId="{80FCF9D7-2AB3-4720-B5A3-917C2313E16E}" destId="{42DBDE8B-A441-4376-A887-973DD8D4BC57}" srcOrd="2" destOrd="0" parTransId="{0F8F1BD1-BAC6-4200-ACF9-A4DB2A25AF0F}" sibTransId="{19DC34AC-1628-4BA5-B66D-A1145AC056FA}"/>
    <dgm:cxn modelId="{3F92F324-2124-4492-A096-C8A1B1369BBD}" srcId="{4EC824A8-B076-43B5-857A-4A2B79A70665}" destId="{D3A97D70-9866-4DFF-B8BB-8B722F391FD2}" srcOrd="0" destOrd="0" parTransId="{29A163F3-E389-4F6A-923C-0339399F6D65}" sibTransId="{CD4F9ABB-47FF-42B3-8CD2-B3B12817BFA1}"/>
    <dgm:cxn modelId="{0283702B-0525-4F5E-AB10-9380ABF922A2}" type="presOf" srcId="{366090CE-B7B5-45E5-AB2E-D53ED634F3AD}" destId="{B025F8A3-C24A-4DAF-888B-87A367AC2027}" srcOrd="0" destOrd="0" presId="urn:microsoft.com/office/officeart/2005/8/layout/hList1"/>
    <dgm:cxn modelId="{4B46A93B-F946-4847-940C-D61D006A3FB9}" type="presOf" srcId="{80FCF9D7-2AB3-4720-B5A3-917C2313E16E}" destId="{44FDF00B-F2E0-4FBA-BA0C-57F18057DBEB}" srcOrd="0" destOrd="0" presId="urn:microsoft.com/office/officeart/2005/8/layout/hList1"/>
    <dgm:cxn modelId="{DC34C64C-41E1-4CD8-B909-057E42572A8B}" type="presOf" srcId="{3B60F227-CB74-4BE9-86AA-9CF02FD38126}" destId="{839DF8B7-CC25-4FA3-A475-BFDCECFCDB9B}" srcOrd="0" destOrd="0" presId="urn:microsoft.com/office/officeart/2005/8/layout/hList1"/>
    <dgm:cxn modelId="{94877D50-B939-41F3-B249-36AEB0DCDA1A}" srcId="{3B60F227-CB74-4BE9-86AA-9CF02FD38126}" destId="{4EC824A8-B076-43B5-857A-4A2B79A70665}" srcOrd="0" destOrd="0" parTransId="{05E03CA2-03BC-44C0-B2CB-3A75F1AD56E6}" sibTransId="{1DCE7C29-B0A1-48D9-8349-0640B244F381}"/>
    <dgm:cxn modelId="{B6FBF075-6F34-47D1-82FE-F4CE37FE98D2}" type="presOf" srcId="{4EC824A8-B076-43B5-857A-4A2B79A70665}" destId="{5F56096C-F861-4F48-A20F-69C3F2DA00A7}" srcOrd="0" destOrd="0" presId="urn:microsoft.com/office/officeart/2005/8/layout/hList1"/>
    <dgm:cxn modelId="{D7152E7B-6ECC-4318-9575-90F094EB11AB}" type="presOf" srcId="{28BF14DB-E742-47C1-9187-71B32555A319}" destId="{16F5B22D-2327-4A46-AAAF-13FFDE35C6F8}" srcOrd="0" destOrd="2" presId="urn:microsoft.com/office/officeart/2005/8/layout/hList1"/>
    <dgm:cxn modelId="{A0660E85-3D8B-4327-A4CD-8FA833E8B29E}" type="presOf" srcId="{D3A97D70-9866-4DFF-B8BB-8B722F391FD2}" destId="{16F5B22D-2327-4A46-AAAF-13FFDE35C6F8}" srcOrd="0" destOrd="0" presId="urn:microsoft.com/office/officeart/2005/8/layout/hList1"/>
    <dgm:cxn modelId="{B4C27785-296F-4003-AFD4-A857CE65AEDB}" srcId="{3B60F227-CB74-4BE9-86AA-9CF02FD38126}" destId="{80FCF9D7-2AB3-4720-B5A3-917C2313E16E}" srcOrd="1" destOrd="0" parTransId="{BC165533-A4EB-44C0-8893-043BFCE90751}" sibTransId="{0EAE2EE8-1DB4-48B5-AB91-296EE95A8753}"/>
    <dgm:cxn modelId="{628D4596-11A5-469D-880B-3E71F249D557}" type="presOf" srcId="{42DBDE8B-A441-4376-A887-973DD8D4BC57}" destId="{B025F8A3-C24A-4DAF-888B-87A367AC2027}" srcOrd="0" destOrd="2" presId="urn:microsoft.com/office/officeart/2005/8/layout/hList1"/>
    <dgm:cxn modelId="{89451597-69AF-41AD-BE10-1C57D8586BDC}" srcId="{80FCF9D7-2AB3-4720-B5A3-917C2313E16E}" destId="{366090CE-B7B5-45E5-AB2E-D53ED634F3AD}" srcOrd="0" destOrd="0" parTransId="{7D27B204-FDCE-4094-9E9C-BC6BA53456B8}" sibTransId="{988F302B-105C-4F04-9D4C-B4A6E43E9A9A}"/>
    <dgm:cxn modelId="{FD51929B-AEBD-4267-9236-6735499E34FB}" srcId="{80FCF9D7-2AB3-4720-B5A3-917C2313E16E}" destId="{5C1D0D1A-D437-470E-B777-B4C95FD39282}" srcOrd="1" destOrd="0" parTransId="{FECC7889-AC0F-4485-B794-0B602FB2A22B}" sibTransId="{F670D8FB-D7B4-46F6-8381-DEE2DBD6D17D}"/>
    <dgm:cxn modelId="{9D9187A1-DEC8-4B25-A2F2-90710EBCCFE8}" type="presOf" srcId="{5C1D0D1A-D437-470E-B777-B4C95FD39282}" destId="{B025F8A3-C24A-4DAF-888B-87A367AC2027}" srcOrd="0" destOrd="1" presId="urn:microsoft.com/office/officeart/2005/8/layout/hList1"/>
    <dgm:cxn modelId="{3B7D9EB4-F844-4869-A620-C4DAA1FDD33F}" srcId="{4EC824A8-B076-43B5-857A-4A2B79A70665}" destId="{D26D2B16-BC32-4804-A286-859A18265F8D}" srcOrd="1" destOrd="0" parTransId="{D4BF213D-122F-42FB-9C03-08F007BA3FFD}" sibTransId="{11D5C53E-695A-42EF-B3B6-54574E21FB52}"/>
    <dgm:cxn modelId="{D509C8CB-40C1-4DF7-B1AA-8C8FE761AC8E}" srcId="{4EC824A8-B076-43B5-857A-4A2B79A70665}" destId="{28BF14DB-E742-47C1-9187-71B32555A319}" srcOrd="2" destOrd="0" parTransId="{9EC36F73-D782-48FF-916A-9C0359EB624F}" sibTransId="{52663687-3F79-4CFD-9E2A-8F24FAB42D31}"/>
    <dgm:cxn modelId="{42A937D6-78E8-46EC-A2A9-8237285407D8}" type="presOf" srcId="{D26D2B16-BC32-4804-A286-859A18265F8D}" destId="{16F5B22D-2327-4A46-AAAF-13FFDE35C6F8}" srcOrd="0" destOrd="1" presId="urn:microsoft.com/office/officeart/2005/8/layout/hList1"/>
    <dgm:cxn modelId="{69F17F7F-BB1A-46AB-9151-D48AEB0A01A3}" type="presParOf" srcId="{839DF8B7-CC25-4FA3-A475-BFDCECFCDB9B}" destId="{9EBFA5F2-19CC-41B5-AA6D-752615D9A8AE}" srcOrd="0" destOrd="0" presId="urn:microsoft.com/office/officeart/2005/8/layout/hList1"/>
    <dgm:cxn modelId="{179276FF-FC11-4C98-B26E-1C37C5C21CDA}" type="presParOf" srcId="{9EBFA5F2-19CC-41B5-AA6D-752615D9A8AE}" destId="{5F56096C-F861-4F48-A20F-69C3F2DA00A7}" srcOrd="0" destOrd="0" presId="urn:microsoft.com/office/officeart/2005/8/layout/hList1"/>
    <dgm:cxn modelId="{2A4313A4-5D3C-4D7C-B9E8-4E70FA3A9869}" type="presParOf" srcId="{9EBFA5F2-19CC-41B5-AA6D-752615D9A8AE}" destId="{16F5B22D-2327-4A46-AAAF-13FFDE35C6F8}" srcOrd="1" destOrd="0" presId="urn:microsoft.com/office/officeart/2005/8/layout/hList1"/>
    <dgm:cxn modelId="{1530E405-F54A-4B15-9A2B-621F9AF56622}" type="presParOf" srcId="{839DF8B7-CC25-4FA3-A475-BFDCECFCDB9B}" destId="{CB205318-7D8F-4A0F-8DE3-504E886623D2}" srcOrd="1" destOrd="0" presId="urn:microsoft.com/office/officeart/2005/8/layout/hList1"/>
    <dgm:cxn modelId="{9C562A30-B9CA-4328-82F8-45D50F1C6F12}" type="presParOf" srcId="{839DF8B7-CC25-4FA3-A475-BFDCECFCDB9B}" destId="{24A71AC3-8BD9-4606-AA0C-DDFA7E30F400}" srcOrd="2" destOrd="0" presId="urn:microsoft.com/office/officeart/2005/8/layout/hList1"/>
    <dgm:cxn modelId="{C7A53D63-E54D-4B91-A716-3419A7CFEBB5}" type="presParOf" srcId="{24A71AC3-8BD9-4606-AA0C-DDFA7E30F400}" destId="{44FDF00B-F2E0-4FBA-BA0C-57F18057DBEB}" srcOrd="0" destOrd="0" presId="urn:microsoft.com/office/officeart/2005/8/layout/hList1"/>
    <dgm:cxn modelId="{6A4B83FB-5320-40C0-AE2F-4D374F921E93}" type="presParOf" srcId="{24A71AC3-8BD9-4606-AA0C-DDFA7E30F400}" destId="{B025F8A3-C24A-4DAF-888B-87A367AC202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E72C71-F499-4F84-93C4-7FC0C50A449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EE1B33-E434-4F1C-948D-42AD38A556DF}">
      <dgm:prSet custT="1"/>
      <dgm:spPr/>
      <dgm:t>
        <a:bodyPr/>
        <a:lstStyle/>
        <a:p>
          <a:r>
            <a:rPr lang="en-US" sz="3200" b="1" dirty="0" err="1"/>
            <a:t>Hoàn</a:t>
          </a:r>
          <a:r>
            <a:rPr lang="en-US" sz="3200" b="1" dirty="0"/>
            <a:t> </a:t>
          </a:r>
          <a:r>
            <a:rPr lang="en-US" sz="3200" b="1" dirty="0" err="1"/>
            <a:t>thành</a:t>
          </a:r>
          <a:r>
            <a:rPr lang="en-US" sz="3200" b="1" dirty="0"/>
            <a:t> </a:t>
          </a:r>
          <a:r>
            <a:rPr lang="en-US" sz="3200" b="1" dirty="0" err="1"/>
            <a:t>các</a:t>
          </a:r>
          <a:r>
            <a:rPr lang="en-US" sz="3200" b="1" dirty="0"/>
            <a:t> </a:t>
          </a:r>
          <a:r>
            <a:rPr lang="en-US" sz="3200" b="1" dirty="0" err="1"/>
            <a:t>chức</a:t>
          </a:r>
          <a:r>
            <a:rPr lang="en-US" sz="3200" b="1" dirty="0"/>
            <a:t> </a:t>
          </a:r>
          <a:r>
            <a:rPr lang="en-US" sz="3200" b="1" dirty="0" err="1"/>
            <a:t>năng</a:t>
          </a:r>
          <a:endParaRPr lang="en-US" sz="3200" b="1" dirty="0"/>
        </a:p>
      </dgm:t>
    </dgm:pt>
    <dgm:pt modelId="{FFF23E5A-342F-4F47-A9C1-96E25875F62A}" type="parTrans" cxnId="{9F01F220-08CC-440A-A82D-3DB1468EC7A2}">
      <dgm:prSet/>
      <dgm:spPr/>
      <dgm:t>
        <a:bodyPr/>
        <a:lstStyle/>
        <a:p>
          <a:endParaRPr lang="en-US"/>
        </a:p>
      </dgm:t>
    </dgm:pt>
    <dgm:pt modelId="{BF4F2BDF-E73E-4661-92F3-143595745375}" type="sibTrans" cxnId="{9F01F220-08CC-440A-A82D-3DB1468EC7A2}">
      <dgm:prSet/>
      <dgm:spPr/>
      <dgm:t>
        <a:bodyPr/>
        <a:lstStyle/>
        <a:p>
          <a:endParaRPr lang="en-US"/>
        </a:p>
      </dgm:t>
    </dgm:pt>
    <dgm:pt modelId="{B5CDF3CC-78B9-4329-8AF4-0163CDD36E63}">
      <dgm:prSet custT="1"/>
      <dgm:spPr/>
      <dgm:t>
        <a:bodyPr/>
        <a:lstStyle/>
        <a:p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Hoàn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thành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chức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năng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thu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chi.</a:t>
          </a:r>
        </a:p>
      </dgm:t>
    </dgm:pt>
    <dgm:pt modelId="{98AC59CD-1732-49CD-A02C-08E1531F0885}" type="parTrans" cxnId="{F4B65B84-1693-45DE-8F9B-56B4C5361F1C}">
      <dgm:prSet/>
      <dgm:spPr/>
      <dgm:t>
        <a:bodyPr/>
        <a:lstStyle/>
        <a:p>
          <a:endParaRPr lang="en-US"/>
        </a:p>
      </dgm:t>
    </dgm:pt>
    <dgm:pt modelId="{2A9A5548-C375-4F98-BA3C-46A6EE56D0D6}" type="sibTrans" cxnId="{F4B65B84-1693-45DE-8F9B-56B4C5361F1C}">
      <dgm:prSet/>
      <dgm:spPr/>
      <dgm:t>
        <a:bodyPr/>
        <a:lstStyle/>
        <a:p>
          <a:endParaRPr lang="en-US"/>
        </a:p>
      </dgm:t>
    </dgm:pt>
    <dgm:pt modelId="{5C1F5E89-BD21-4765-A2AF-B11FE94BE7B8}">
      <dgm:prSet custT="1"/>
      <dgm:spPr/>
      <dgm:t>
        <a:bodyPr/>
        <a:lstStyle/>
        <a:p>
          <a:r>
            <a:rPr lang="en-US" sz="3200" b="1" dirty="0" err="1"/>
            <a:t>Tích</a:t>
          </a:r>
          <a:r>
            <a:rPr lang="en-US" sz="3200" b="1" dirty="0"/>
            <a:t> </a:t>
          </a:r>
          <a:r>
            <a:rPr lang="en-US" sz="3200" b="1" dirty="0" err="1"/>
            <a:t>hợp</a:t>
          </a:r>
          <a:r>
            <a:rPr lang="en-US" sz="3200" b="1" dirty="0"/>
            <a:t> AI </a:t>
          </a:r>
          <a:r>
            <a:rPr lang="en-US" sz="3200" b="1" dirty="0" err="1"/>
            <a:t>hỗ</a:t>
          </a:r>
          <a:r>
            <a:rPr lang="en-US" sz="3200" b="1" dirty="0"/>
            <a:t> </a:t>
          </a:r>
          <a:r>
            <a:rPr lang="en-US" sz="3200" b="1" dirty="0" err="1"/>
            <a:t>trợ</a:t>
          </a:r>
          <a:endParaRPr lang="en-US" sz="3200" b="1" dirty="0"/>
        </a:p>
      </dgm:t>
    </dgm:pt>
    <dgm:pt modelId="{44B4FD29-32FB-4671-8643-54600D22B3F4}" type="parTrans" cxnId="{F6B929EE-5CA2-44FA-A4A2-9584DAFA8B1C}">
      <dgm:prSet/>
      <dgm:spPr/>
      <dgm:t>
        <a:bodyPr/>
        <a:lstStyle/>
        <a:p>
          <a:endParaRPr lang="en-US"/>
        </a:p>
      </dgm:t>
    </dgm:pt>
    <dgm:pt modelId="{91F0957B-F726-423E-AAD9-F8A22E854C52}" type="sibTrans" cxnId="{F6B929EE-5CA2-44FA-A4A2-9584DAFA8B1C}">
      <dgm:prSet/>
      <dgm:spPr/>
      <dgm:t>
        <a:bodyPr/>
        <a:lstStyle/>
        <a:p>
          <a:endParaRPr lang="en-US"/>
        </a:p>
      </dgm:t>
    </dgm:pt>
    <dgm:pt modelId="{444B4D6A-1149-4A99-9DC3-860F5636FF34}">
      <dgm:prSet custT="1"/>
      <dgm:spPr/>
      <dgm:t>
        <a:bodyPr/>
        <a:lstStyle/>
        <a:p>
          <a:r>
            <a:rPr lang="vi-VN" sz="2400" dirty="0">
              <a:latin typeface="+mn-lt"/>
            </a:rPr>
            <a:t>Đưa ra </a:t>
          </a:r>
          <a:r>
            <a:rPr lang="vi-VN" sz="2400" dirty="0" err="1">
              <a:latin typeface="+mn-lt"/>
            </a:rPr>
            <a:t>gợi</a:t>
          </a:r>
          <a:r>
            <a:rPr lang="vi-VN" sz="2400" dirty="0">
              <a:latin typeface="+mn-lt"/>
            </a:rPr>
            <a:t> ý </a:t>
          </a:r>
          <a:r>
            <a:rPr lang="vi-VN" sz="2400" dirty="0" err="1">
              <a:latin typeface="+mn-lt"/>
            </a:rPr>
            <a:t>quản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lý</a:t>
          </a:r>
          <a:r>
            <a:rPr lang="vi-VN" sz="2400" dirty="0">
              <a:latin typeface="+mn-lt"/>
            </a:rPr>
            <a:t> chi tiêu.</a:t>
          </a:r>
          <a:endParaRPr lang="en-US" sz="2400" dirty="0">
            <a:latin typeface="+mn-lt"/>
          </a:endParaRPr>
        </a:p>
      </dgm:t>
    </dgm:pt>
    <dgm:pt modelId="{39AEA553-521B-4720-BB1A-9C3699925DB1}" type="parTrans" cxnId="{A763E2F0-1D0F-401A-A71E-FC8CE08EBB25}">
      <dgm:prSet/>
      <dgm:spPr/>
      <dgm:t>
        <a:bodyPr/>
        <a:lstStyle/>
        <a:p>
          <a:endParaRPr lang="en-US"/>
        </a:p>
      </dgm:t>
    </dgm:pt>
    <dgm:pt modelId="{049687A0-4A17-41CB-9F4D-DF4A241AF98D}" type="sibTrans" cxnId="{A763E2F0-1D0F-401A-A71E-FC8CE08EBB25}">
      <dgm:prSet/>
      <dgm:spPr/>
      <dgm:t>
        <a:bodyPr/>
        <a:lstStyle/>
        <a:p>
          <a:endParaRPr lang="en-US"/>
        </a:p>
      </dgm:t>
    </dgm:pt>
    <dgm:pt modelId="{D2997AA8-FE21-481B-A366-7EFB6FCAC841}">
      <dgm:prSet custT="1"/>
      <dgm:spPr/>
      <dgm:t>
        <a:bodyPr/>
        <a:lstStyle/>
        <a:p>
          <a:r>
            <a:rPr lang="en-US" sz="3200" b="1" dirty="0" err="1"/>
            <a:t>Triển</a:t>
          </a:r>
          <a:r>
            <a:rPr lang="en-US" sz="3200" b="1" dirty="0"/>
            <a:t> </a:t>
          </a:r>
          <a:r>
            <a:rPr lang="en-US" sz="3200" b="1" dirty="0" err="1"/>
            <a:t>khai</a:t>
          </a:r>
          <a:r>
            <a:rPr lang="en-US" sz="3200" b="1" dirty="0"/>
            <a:t> </a:t>
          </a:r>
          <a:r>
            <a:rPr lang="en-US" sz="3200" b="1" dirty="0" err="1"/>
            <a:t>hệ</a:t>
          </a:r>
          <a:r>
            <a:rPr lang="en-US" sz="3200" b="1" dirty="0"/>
            <a:t> </a:t>
          </a:r>
          <a:r>
            <a:rPr lang="en-US" sz="3200" b="1" dirty="0" err="1"/>
            <a:t>thống</a:t>
          </a:r>
          <a:endParaRPr lang="en-US" sz="3200" b="1" dirty="0"/>
        </a:p>
      </dgm:t>
    </dgm:pt>
    <dgm:pt modelId="{06A3F170-6446-4F1A-B99F-55AAFD56E188}" type="parTrans" cxnId="{02E9F8DC-BCAF-4CED-BC06-A2A8BE7232C6}">
      <dgm:prSet/>
      <dgm:spPr/>
      <dgm:t>
        <a:bodyPr/>
        <a:lstStyle/>
        <a:p>
          <a:endParaRPr lang="en-US"/>
        </a:p>
      </dgm:t>
    </dgm:pt>
    <dgm:pt modelId="{8E044A80-B2D5-47B8-B1D5-CF9F86FDDC56}" type="sibTrans" cxnId="{02E9F8DC-BCAF-4CED-BC06-A2A8BE7232C6}">
      <dgm:prSet/>
      <dgm:spPr/>
      <dgm:t>
        <a:bodyPr/>
        <a:lstStyle/>
        <a:p>
          <a:endParaRPr lang="en-US"/>
        </a:p>
      </dgm:t>
    </dgm:pt>
    <dgm:pt modelId="{C184EB03-A7E3-4734-A94A-0A1CA7FF587E}">
      <dgm:prSet custT="1"/>
      <dgm:spPr/>
      <dgm:t>
        <a:bodyPr/>
        <a:lstStyle/>
        <a:p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Hoạt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ổn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trên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nền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tảng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Web.</a:t>
          </a:r>
        </a:p>
      </dgm:t>
    </dgm:pt>
    <dgm:pt modelId="{4A1F95E2-007B-4938-9593-4C88797976E6}" type="parTrans" cxnId="{FEE31EF0-A8AA-40C5-874B-40599739B89C}">
      <dgm:prSet/>
      <dgm:spPr/>
      <dgm:t>
        <a:bodyPr/>
        <a:lstStyle/>
        <a:p>
          <a:endParaRPr lang="en-US"/>
        </a:p>
      </dgm:t>
    </dgm:pt>
    <dgm:pt modelId="{385F25A3-E50F-4749-9F60-E8809A8D1F07}" type="sibTrans" cxnId="{FEE31EF0-A8AA-40C5-874B-40599739B89C}">
      <dgm:prSet/>
      <dgm:spPr/>
      <dgm:t>
        <a:bodyPr/>
        <a:lstStyle/>
        <a:p>
          <a:endParaRPr lang="en-US"/>
        </a:p>
      </dgm:t>
    </dgm:pt>
    <dgm:pt modelId="{F5653D77-F6B0-46E5-A8E7-4669F8AE1872}">
      <dgm:prSet custT="1"/>
      <dgm:spPr/>
      <dgm:t>
        <a:bodyPr/>
        <a:lstStyle/>
        <a:p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kỳ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kê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cáo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B3C1ABE2-16C8-44FE-94CF-5266743E12C3}" type="parTrans" cxnId="{1202D875-5401-49CB-9085-3273B37DB116}">
      <dgm:prSet/>
      <dgm:spPr/>
      <dgm:t>
        <a:bodyPr/>
        <a:lstStyle/>
        <a:p>
          <a:endParaRPr lang="en-US"/>
        </a:p>
      </dgm:t>
    </dgm:pt>
    <dgm:pt modelId="{8841C702-D486-4AF1-AF15-43A6D27280DC}" type="sibTrans" cxnId="{1202D875-5401-49CB-9085-3273B37DB116}">
      <dgm:prSet/>
      <dgm:spPr/>
      <dgm:t>
        <a:bodyPr/>
        <a:lstStyle/>
        <a:p>
          <a:endParaRPr lang="en-US"/>
        </a:p>
      </dgm:t>
    </dgm:pt>
    <dgm:pt modelId="{4CD82721-44B3-41D7-99CD-C362AF4C8680}">
      <dgm:prSet custT="1"/>
      <dgm:spPr/>
      <dgm:t>
        <a:bodyPr/>
        <a:lstStyle/>
        <a:p>
          <a:r>
            <a:rPr lang="vi-VN" sz="2400" dirty="0" err="1">
              <a:latin typeface="+mn-lt"/>
            </a:rPr>
            <a:t>Hỗ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trợ</a:t>
          </a:r>
          <a:r>
            <a:rPr lang="vi-VN" sz="2400" dirty="0">
              <a:latin typeface="+mn-lt"/>
            </a:rPr>
            <a:t> phân </a:t>
          </a:r>
          <a:r>
            <a:rPr lang="vi-VN" sz="2400" dirty="0" err="1">
              <a:latin typeface="+mn-lt"/>
            </a:rPr>
            <a:t>tích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hóa</a:t>
          </a:r>
          <a:r>
            <a:rPr lang="vi-VN" sz="2400" dirty="0">
              <a:latin typeface="+mn-lt"/>
            </a:rPr>
            <a:t> đơn.</a:t>
          </a:r>
          <a:endParaRPr lang="en-US" sz="2400" dirty="0">
            <a:latin typeface="+mn-lt"/>
          </a:endParaRPr>
        </a:p>
      </dgm:t>
    </dgm:pt>
    <dgm:pt modelId="{22EBAFFE-81AF-4315-9DB5-5D568EBD1815}" type="parTrans" cxnId="{AC6AFEC7-52B8-4B54-89B7-06290D6F2916}">
      <dgm:prSet/>
      <dgm:spPr/>
      <dgm:t>
        <a:bodyPr/>
        <a:lstStyle/>
        <a:p>
          <a:endParaRPr lang="en-US"/>
        </a:p>
      </dgm:t>
    </dgm:pt>
    <dgm:pt modelId="{504F58C8-CEF9-42E4-A6ED-BE628C7F1848}" type="sibTrans" cxnId="{AC6AFEC7-52B8-4B54-89B7-06290D6F2916}">
      <dgm:prSet/>
      <dgm:spPr/>
      <dgm:t>
        <a:bodyPr/>
        <a:lstStyle/>
        <a:p>
          <a:endParaRPr lang="en-US"/>
        </a:p>
      </dgm:t>
    </dgm:pt>
    <dgm:pt modelId="{5A811BE8-D9E4-4BB1-8D42-BDF0D63257E3}">
      <dgm:prSet custT="1"/>
      <dgm:spPr/>
      <dgm:t>
        <a:bodyPr/>
        <a:lstStyle/>
        <a:p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37568BF6-5A76-41AB-9254-DB6AEF4A1456}" type="parTrans" cxnId="{AE8B72E4-AB8F-45C6-99BE-46B7909944BC}">
      <dgm:prSet/>
      <dgm:spPr/>
      <dgm:t>
        <a:bodyPr/>
        <a:lstStyle/>
        <a:p>
          <a:endParaRPr lang="en-US"/>
        </a:p>
      </dgm:t>
    </dgm:pt>
    <dgm:pt modelId="{E77088F6-8A05-4A0B-85AE-AF6209E3D6CF}" type="sibTrans" cxnId="{AE8B72E4-AB8F-45C6-99BE-46B7909944BC}">
      <dgm:prSet/>
      <dgm:spPr/>
      <dgm:t>
        <a:bodyPr/>
        <a:lstStyle/>
        <a:p>
          <a:endParaRPr lang="en-US"/>
        </a:p>
      </dgm:t>
    </dgm:pt>
    <dgm:pt modelId="{2D5AAD1E-8998-4847-A453-C777D00A2B91}">
      <dgm:prSet custT="1"/>
      <dgm:spPr/>
      <dgm:t>
        <a:bodyPr/>
        <a:lstStyle/>
        <a:p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khai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trên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Android.</a:t>
          </a:r>
        </a:p>
      </dgm:t>
    </dgm:pt>
    <dgm:pt modelId="{6740012C-264F-4BF3-88D9-B929E16F172D}" type="parTrans" cxnId="{37639529-2022-4E88-A502-EBF2BB2E450F}">
      <dgm:prSet/>
      <dgm:spPr/>
      <dgm:t>
        <a:bodyPr/>
        <a:lstStyle/>
        <a:p>
          <a:endParaRPr lang="en-US"/>
        </a:p>
      </dgm:t>
    </dgm:pt>
    <dgm:pt modelId="{73250877-FE79-438F-93BF-1981844551AA}" type="sibTrans" cxnId="{37639529-2022-4E88-A502-EBF2BB2E450F}">
      <dgm:prSet/>
      <dgm:spPr/>
      <dgm:t>
        <a:bodyPr/>
        <a:lstStyle/>
        <a:p>
          <a:endParaRPr lang="en-US"/>
        </a:p>
      </dgm:t>
    </dgm:pt>
    <dgm:pt modelId="{B7C7C9D8-09E7-495E-A7FA-538C3B12106E}">
      <dgm:prSet custT="1"/>
      <dgm:spPr/>
      <dgm:t>
        <a:bodyPr/>
        <a:lstStyle/>
        <a:p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có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khả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năng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mở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rộng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trong tương lai.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BC874-3B99-4E4C-AC82-A69999E00306}" type="parTrans" cxnId="{9537BEB9-792D-4114-B5F3-0C4B2B6A69FC}">
      <dgm:prSet/>
      <dgm:spPr/>
      <dgm:t>
        <a:bodyPr/>
        <a:lstStyle/>
        <a:p>
          <a:endParaRPr lang="en-US"/>
        </a:p>
      </dgm:t>
    </dgm:pt>
    <dgm:pt modelId="{DF9A8782-2461-48B7-B099-B7A19519CCCB}" type="sibTrans" cxnId="{9537BEB9-792D-4114-B5F3-0C4B2B6A69FC}">
      <dgm:prSet/>
      <dgm:spPr/>
      <dgm:t>
        <a:bodyPr/>
        <a:lstStyle/>
        <a:p>
          <a:endParaRPr lang="en-US"/>
        </a:p>
      </dgm:t>
    </dgm:pt>
    <dgm:pt modelId="{6BEED03E-B2B8-48D8-A7B5-B784BE9C0D38}">
      <dgm:prSet custT="1"/>
      <dgm:spPr/>
      <dgm:t>
        <a:bodyPr/>
        <a:lstStyle/>
        <a:p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ngân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sách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gia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đình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7484563D-2AB0-4461-8ABE-579A6930AA27}" type="parTrans" cxnId="{13CA9C4A-FEF2-4C4E-9E63-054E87F1E2F6}">
      <dgm:prSet/>
      <dgm:spPr/>
      <dgm:t>
        <a:bodyPr/>
        <a:lstStyle/>
        <a:p>
          <a:endParaRPr lang="en-US"/>
        </a:p>
      </dgm:t>
    </dgm:pt>
    <dgm:pt modelId="{DB25BDF4-8FF8-486D-85C6-0DA5AEFAAD1D}" type="sibTrans" cxnId="{13CA9C4A-FEF2-4C4E-9E63-054E87F1E2F6}">
      <dgm:prSet/>
      <dgm:spPr/>
      <dgm:t>
        <a:bodyPr/>
        <a:lstStyle/>
        <a:p>
          <a:endParaRPr lang="en-US"/>
        </a:p>
      </dgm:t>
    </dgm:pt>
    <dgm:pt modelId="{48648901-5E5A-449D-A327-EA239A41E951}">
      <dgm:prSet custT="1"/>
      <dgm:spPr/>
      <dgm:t>
        <a:bodyPr/>
        <a:lstStyle/>
        <a:p>
          <a:r>
            <a:rPr lang="vi-VN" sz="2400" dirty="0" err="1">
              <a:latin typeface="+mn-lt"/>
            </a:rPr>
            <a:t>Hỗ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trợ</a:t>
          </a:r>
          <a:r>
            <a:rPr lang="vi-VN" sz="2400" dirty="0">
              <a:latin typeface="+mn-lt"/>
            </a:rPr>
            <a:t> tương </a:t>
          </a:r>
          <a:r>
            <a:rPr lang="vi-VN" sz="2400" dirty="0" err="1">
              <a:latin typeface="+mn-lt"/>
            </a:rPr>
            <a:t>tác</a:t>
          </a:r>
          <a:r>
            <a:rPr lang="vi-VN" sz="2400" dirty="0">
              <a:latin typeface="+mn-lt"/>
            </a:rPr>
            <a:t> thông qua giao </a:t>
          </a:r>
          <a:r>
            <a:rPr lang="vi-VN" sz="2400" dirty="0" err="1">
              <a:latin typeface="+mn-lt"/>
            </a:rPr>
            <a:t>diện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hội</a:t>
          </a:r>
          <a:r>
            <a:rPr lang="vi-VN" sz="2400" dirty="0">
              <a:latin typeface="+mn-lt"/>
            </a:rPr>
            <a:t> </a:t>
          </a:r>
          <a:r>
            <a:rPr lang="vi-VN" sz="2400" dirty="0" err="1">
              <a:latin typeface="+mn-lt"/>
            </a:rPr>
            <a:t>thoại</a:t>
          </a:r>
          <a:r>
            <a:rPr lang="vi-VN" sz="2400" dirty="0">
              <a:latin typeface="+mn-lt"/>
            </a:rPr>
            <a:t>.</a:t>
          </a:r>
          <a:endParaRPr lang="en-US" sz="2400" dirty="0">
            <a:latin typeface="+mn-lt"/>
          </a:endParaRPr>
        </a:p>
      </dgm:t>
    </dgm:pt>
    <dgm:pt modelId="{1B270054-9C54-4226-8E88-A6EF6A33C501}" type="parTrans" cxnId="{EC58DDE5-BFC5-4526-B2F1-CF7D77C4E0E4}">
      <dgm:prSet/>
      <dgm:spPr/>
      <dgm:t>
        <a:bodyPr/>
        <a:lstStyle/>
        <a:p>
          <a:endParaRPr lang="en-US"/>
        </a:p>
      </dgm:t>
    </dgm:pt>
    <dgm:pt modelId="{368E516C-8202-47AE-8774-2C1C93A9E21F}" type="sibTrans" cxnId="{EC58DDE5-BFC5-4526-B2F1-CF7D77C4E0E4}">
      <dgm:prSet/>
      <dgm:spPr/>
      <dgm:t>
        <a:bodyPr/>
        <a:lstStyle/>
        <a:p>
          <a:endParaRPr lang="en-US"/>
        </a:p>
      </dgm:t>
    </dgm:pt>
    <dgm:pt modelId="{02F8623C-1A65-4CB9-92A4-E97306146536}">
      <dgm:prSet custT="1"/>
      <dgm:spPr/>
      <dgm:t>
        <a:bodyPr/>
        <a:lstStyle/>
        <a:p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được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lưu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trữ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tập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trung trên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MongoDB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dirty="0" err="1">
              <a:latin typeface="Arial" panose="020B0604020202020204" pitchFamily="34" charset="0"/>
              <a:cs typeface="Arial" panose="020B0604020202020204" pitchFamily="34" charset="0"/>
            </a:rPr>
            <a:t>Atlas</a:t>
          </a:r>
          <a:r>
            <a:rPr lang="vi-VN" sz="24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811E4A-5604-41D7-8CD9-2B0490AB5AEE}" type="parTrans" cxnId="{FF7997BD-63CC-4044-9463-AA1618454FCD}">
      <dgm:prSet/>
      <dgm:spPr/>
      <dgm:t>
        <a:bodyPr/>
        <a:lstStyle/>
        <a:p>
          <a:endParaRPr lang="en-US"/>
        </a:p>
      </dgm:t>
    </dgm:pt>
    <dgm:pt modelId="{7CE318A8-BF10-47F9-8730-30B2D661C99F}" type="sibTrans" cxnId="{FF7997BD-63CC-4044-9463-AA1618454FCD}">
      <dgm:prSet/>
      <dgm:spPr/>
      <dgm:t>
        <a:bodyPr/>
        <a:lstStyle/>
        <a:p>
          <a:endParaRPr lang="en-US"/>
        </a:p>
      </dgm:t>
    </dgm:pt>
    <dgm:pt modelId="{CFFCAE25-EC23-4165-9E36-926969E59A45}" type="pres">
      <dgm:prSet presAssocID="{7BE72C71-F499-4F84-93C4-7FC0C50A449D}" presName="Name0" presStyleCnt="0">
        <dgm:presLayoutVars>
          <dgm:dir/>
          <dgm:animLvl val="lvl"/>
          <dgm:resizeHandles val="exact"/>
        </dgm:presLayoutVars>
      </dgm:prSet>
      <dgm:spPr/>
    </dgm:pt>
    <dgm:pt modelId="{2E6BFBDC-A38B-4684-9F2C-327FD760980F}" type="pres">
      <dgm:prSet presAssocID="{EFEE1B33-E434-4F1C-948D-42AD38A556DF}" presName="composite" presStyleCnt="0"/>
      <dgm:spPr/>
    </dgm:pt>
    <dgm:pt modelId="{8298034E-D972-4E5C-A36D-F02EA475FA20}" type="pres">
      <dgm:prSet presAssocID="{EFEE1B33-E434-4F1C-948D-42AD38A556D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E3F40A0-42C5-422F-8BC5-A24963580F28}" type="pres">
      <dgm:prSet presAssocID="{EFEE1B33-E434-4F1C-948D-42AD38A556DF}" presName="desTx" presStyleLbl="alignAccFollowNode1" presStyleIdx="0" presStyleCnt="3">
        <dgm:presLayoutVars>
          <dgm:bulletEnabled val="1"/>
        </dgm:presLayoutVars>
      </dgm:prSet>
      <dgm:spPr/>
    </dgm:pt>
    <dgm:pt modelId="{7DB9DE74-FF26-4553-A4AC-AE3C7DC35921}" type="pres">
      <dgm:prSet presAssocID="{BF4F2BDF-E73E-4661-92F3-143595745375}" presName="space" presStyleCnt="0"/>
      <dgm:spPr/>
    </dgm:pt>
    <dgm:pt modelId="{C015D7BC-74C2-4459-B19D-05B1A1EE6E5C}" type="pres">
      <dgm:prSet presAssocID="{5C1F5E89-BD21-4765-A2AF-B11FE94BE7B8}" presName="composite" presStyleCnt="0"/>
      <dgm:spPr/>
    </dgm:pt>
    <dgm:pt modelId="{F9B3E70E-78F4-4FD5-94E3-51106A1EEA88}" type="pres">
      <dgm:prSet presAssocID="{5C1F5E89-BD21-4765-A2AF-B11FE94BE7B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6F29272-6199-4C36-B7A7-EF80C455A113}" type="pres">
      <dgm:prSet presAssocID="{5C1F5E89-BD21-4765-A2AF-B11FE94BE7B8}" presName="desTx" presStyleLbl="alignAccFollowNode1" presStyleIdx="1" presStyleCnt="3">
        <dgm:presLayoutVars>
          <dgm:bulletEnabled val="1"/>
        </dgm:presLayoutVars>
      </dgm:prSet>
      <dgm:spPr/>
    </dgm:pt>
    <dgm:pt modelId="{4928F8AA-B2C4-4E0F-8904-5E9CAA832588}" type="pres">
      <dgm:prSet presAssocID="{91F0957B-F726-423E-AAD9-F8A22E854C52}" presName="space" presStyleCnt="0"/>
      <dgm:spPr/>
    </dgm:pt>
    <dgm:pt modelId="{AE65D510-F584-4CC8-A424-4B435FDBE108}" type="pres">
      <dgm:prSet presAssocID="{D2997AA8-FE21-481B-A366-7EFB6FCAC841}" presName="composite" presStyleCnt="0"/>
      <dgm:spPr/>
    </dgm:pt>
    <dgm:pt modelId="{F29E669C-F5B5-436E-B0F5-D792FF924FAD}" type="pres">
      <dgm:prSet presAssocID="{D2997AA8-FE21-481B-A366-7EFB6FCAC84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DC346E2-9D37-48E3-9473-B3965539D437}" type="pres">
      <dgm:prSet presAssocID="{D2997AA8-FE21-481B-A366-7EFB6FCAC84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91DBB01-C83B-480E-963D-9236E6F330D6}" type="presOf" srcId="{F5653D77-F6B0-46E5-A8E7-4669F8AE1872}" destId="{2E3F40A0-42C5-422F-8BC5-A24963580F28}" srcOrd="0" destOrd="2" presId="urn:microsoft.com/office/officeart/2005/8/layout/hList1"/>
    <dgm:cxn modelId="{DDDD0E16-C00D-48EA-899E-C96AF4D6D302}" type="presOf" srcId="{C184EB03-A7E3-4734-A94A-0A1CA7FF587E}" destId="{7DC346E2-9D37-48E3-9473-B3965539D437}" srcOrd="0" destOrd="0" presId="urn:microsoft.com/office/officeart/2005/8/layout/hList1"/>
    <dgm:cxn modelId="{5BEC571A-CC44-4671-BE1E-EA8849E0080B}" type="presOf" srcId="{7BE72C71-F499-4F84-93C4-7FC0C50A449D}" destId="{CFFCAE25-EC23-4165-9E36-926969E59A45}" srcOrd="0" destOrd="0" presId="urn:microsoft.com/office/officeart/2005/8/layout/hList1"/>
    <dgm:cxn modelId="{9F01F220-08CC-440A-A82D-3DB1468EC7A2}" srcId="{7BE72C71-F499-4F84-93C4-7FC0C50A449D}" destId="{EFEE1B33-E434-4F1C-948D-42AD38A556DF}" srcOrd="0" destOrd="0" parTransId="{FFF23E5A-342F-4F47-A9C1-96E25875F62A}" sibTransId="{BF4F2BDF-E73E-4661-92F3-143595745375}"/>
    <dgm:cxn modelId="{37639529-2022-4E88-A502-EBF2BB2E450F}" srcId="{D2997AA8-FE21-481B-A366-7EFB6FCAC841}" destId="{2D5AAD1E-8998-4847-A453-C777D00A2B91}" srcOrd="1" destOrd="0" parTransId="{6740012C-264F-4BF3-88D9-B929E16F172D}" sibTransId="{73250877-FE79-438F-93BF-1981844551AA}"/>
    <dgm:cxn modelId="{80E0133C-75A5-4DE8-A9D6-230A37D2D7E4}" type="presOf" srcId="{4CD82721-44B3-41D7-99CD-C362AF4C8680}" destId="{26F29272-6199-4C36-B7A7-EF80C455A113}" srcOrd="0" destOrd="2" presId="urn:microsoft.com/office/officeart/2005/8/layout/hList1"/>
    <dgm:cxn modelId="{9CE36444-DDDB-4E2C-85CF-38298756B057}" type="presOf" srcId="{EFEE1B33-E434-4F1C-948D-42AD38A556DF}" destId="{8298034E-D972-4E5C-A36D-F02EA475FA20}" srcOrd="0" destOrd="0" presId="urn:microsoft.com/office/officeart/2005/8/layout/hList1"/>
    <dgm:cxn modelId="{34443E6A-282E-4871-8F4C-821975185101}" type="presOf" srcId="{B5CDF3CC-78B9-4329-8AF4-0163CDD36E63}" destId="{2E3F40A0-42C5-422F-8BC5-A24963580F28}" srcOrd="0" destOrd="0" presId="urn:microsoft.com/office/officeart/2005/8/layout/hList1"/>
    <dgm:cxn modelId="{13CA9C4A-FEF2-4C4E-9E63-054E87F1E2F6}" srcId="{EFEE1B33-E434-4F1C-948D-42AD38A556DF}" destId="{6BEED03E-B2B8-48D8-A7B5-B784BE9C0D38}" srcOrd="1" destOrd="0" parTransId="{7484563D-2AB0-4461-8ABE-579A6930AA27}" sibTransId="{DB25BDF4-8FF8-486D-85C6-0DA5AEFAAD1D}"/>
    <dgm:cxn modelId="{ABA5E64A-87AC-4E2E-8345-96AE80405E9A}" type="presOf" srcId="{48648901-5E5A-449D-A327-EA239A41E951}" destId="{26F29272-6199-4C36-B7A7-EF80C455A113}" srcOrd="0" destOrd="3" presId="urn:microsoft.com/office/officeart/2005/8/layout/hList1"/>
    <dgm:cxn modelId="{1202D875-5401-49CB-9085-3273B37DB116}" srcId="{EFEE1B33-E434-4F1C-948D-42AD38A556DF}" destId="{F5653D77-F6B0-46E5-A8E7-4669F8AE1872}" srcOrd="2" destOrd="0" parTransId="{B3C1ABE2-16C8-44FE-94CF-5266743E12C3}" sibTransId="{8841C702-D486-4AF1-AF15-43A6D27280DC}"/>
    <dgm:cxn modelId="{3814027E-07C4-43D5-9040-ED9143873790}" type="presOf" srcId="{02F8623C-1A65-4CB9-92A4-E97306146536}" destId="{7DC346E2-9D37-48E3-9473-B3965539D437}" srcOrd="0" destOrd="3" presId="urn:microsoft.com/office/officeart/2005/8/layout/hList1"/>
    <dgm:cxn modelId="{F4B65B84-1693-45DE-8F9B-56B4C5361F1C}" srcId="{EFEE1B33-E434-4F1C-948D-42AD38A556DF}" destId="{B5CDF3CC-78B9-4329-8AF4-0163CDD36E63}" srcOrd="0" destOrd="0" parTransId="{98AC59CD-1732-49CD-A02C-08E1531F0885}" sibTransId="{2A9A5548-C375-4F98-BA3C-46A6EE56D0D6}"/>
    <dgm:cxn modelId="{70FBC3A0-3B45-4C3D-BACD-F0878BB50C04}" type="presOf" srcId="{444B4D6A-1149-4A99-9DC3-860F5636FF34}" destId="{26F29272-6199-4C36-B7A7-EF80C455A113}" srcOrd="0" destOrd="0" presId="urn:microsoft.com/office/officeart/2005/8/layout/hList1"/>
    <dgm:cxn modelId="{C73EAEA3-AF7C-4F08-8331-D70B460A4134}" type="presOf" srcId="{5A811BE8-D9E4-4BB1-8D42-BDF0D63257E3}" destId="{26F29272-6199-4C36-B7A7-EF80C455A113}" srcOrd="0" destOrd="1" presId="urn:microsoft.com/office/officeart/2005/8/layout/hList1"/>
    <dgm:cxn modelId="{06448DA6-C447-454E-93A5-C854173999A2}" type="presOf" srcId="{6BEED03E-B2B8-48D8-A7B5-B784BE9C0D38}" destId="{2E3F40A0-42C5-422F-8BC5-A24963580F28}" srcOrd="0" destOrd="1" presId="urn:microsoft.com/office/officeart/2005/8/layout/hList1"/>
    <dgm:cxn modelId="{59B6CFB2-B535-490E-85B4-F5AC1B08FEF7}" type="presOf" srcId="{2D5AAD1E-8998-4847-A453-C777D00A2B91}" destId="{7DC346E2-9D37-48E3-9473-B3965539D437}" srcOrd="0" destOrd="1" presId="urn:microsoft.com/office/officeart/2005/8/layout/hList1"/>
    <dgm:cxn modelId="{9537BEB9-792D-4114-B5F3-0C4B2B6A69FC}" srcId="{D2997AA8-FE21-481B-A366-7EFB6FCAC841}" destId="{B7C7C9D8-09E7-495E-A7FA-538C3B12106E}" srcOrd="2" destOrd="0" parTransId="{BCFBC874-3B99-4E4C-AC82-A69999E00306}" sibTransId="{DF9A8782-2461-48B7-B099-B7A19519CCCB}"/>
    <dgm:cxn modelId="{FF7997BD-63CC-4044-9463-AA1618454FCD}" srcId="{D2997AA8-FE21-481B-A366-7EFB6FCAC841}" destId="{02F8623C-1A65-4CB9-92A4-E97306146536}" srcOrd="3" destOrd="0" parTransId="{EE811E4A-5604-41D7-8CD9-2B0490AB5AEE}" sibTransId="{7CE318A8-BF10-47F9-8730-30B2D661C99F}"/>
    <dgm:cxn modelId="{AC6AFEC7-52B8-4B54-89B7-06290D6F2916}" srcId="{5C1F5E89-BD21-4765-A2AF-B11FE94BE7B8}" destId="{4CD82721-44B3-41D7-99CD-C362AF4C8680}" srcOrd="2" destOrd="0" parTransId="{22EBAFFE-81AF-4315-9DB5-5D568EBD1815}" sibTransId="{504F58C8-CEF9-42E4-A6ED-BE628C7F1848}"/>
    <dgm:cxn modelId="{398315CA-DA28-4C9B-B315-94978F78C7E6}" type="presOf" srcId="{5C1F5E89-BD21-4765-A2AF-B11FE94BE7B8}" destId="{F9B3E70E-78F4-4FD5-94E3-51106A1EEA88}" srcOrd="0" destOrd="0" presId="urn:microsoft.com/office/officeart/2005/8/layout/hList1"/>
    <dgm:cxn modelId="{937C56CE-F07A-4DD9-826D-EBCF563C6684}" type="presOf" srcId="{B7C7C9D8-09E7-495E-A7FA-538C3B12106E}" destId="{7DC346E2-9D37-48E3-9473-B3965539D437}" srcOrd="0" destOrd="2" presId="urn:microsoft.com/office/officeart/2005/8/layout/hList1"/>
    <dgm:cxn modelId="{02E9F8DC-BCAF-4CED-BC06-A2A8BE7232C6}" srcId="{7BE72C71-F499-4F84-93C4-7FC0C50A449D}" destId="{D2997AA8-FE21-481B-A366-7EFB6FCAC841}" srcOrd="2" destOrd="0" parTransId="{06A3F170-6446-4F1A-B99F-55AAFD56E188}" sibTransId="{8E044A80-B2D5-47B8-B1D5-CF9F86FDDC56}"/>
    <dgm:cxn modelId="{5E27CFDE-D819-4F6B-A047-FE97DC893E3E}" type="presOf" srcId="{D2997AA8-FE21-481B-A366-7EFB6FCAC841}" destId="{F29E669C-F5B5-436E-B0F5-D792FF924FAD}" srcOrd="0" destOrd="0" presId="urn:microsoft.com/office/officeart/2005/8/layout/hList1"/>
    <dgm:cxn modelId="{AE8B72E4-AB8F-45C6-99BE-46B7909944BC}" srcId="{5C1F5E89-BD21-4765-A2AF-B11FE94BE7B8}" destId="{5A811BE8-D9E4-4BB1-8D42-BDF0D63257E3}" srcOrd="1" destOrd="0" parTransId="{37568BF6-5A76-41AB-9254-DB6AEF4A1456}" sibTransId="{E77088F6-8A05-4A0B-85AE-AF6209E3D6CF}"/>
    <dgm:cxn modelId="{EC58DDE5-BFC5-4526-B2F1-CF7D77C4E0E4}" srcId="{5C1F5E89-BD21-4765-A2AF-B11FE94BE7B8}" destId="{48648901-5E5A-449D-A327-EA239A41E951}" srcOrd="3" destOrd="0" parTransId="{1B270054-9C54-4226-8E88-A6EF6A33C501}" sibTransId="{368E516C-8202-47AE-8774-2C1C93A9E21F}"/>
    <dgm:cxn modelId="{F6B929EE-5CA2-44FA-A4A2-9584DAFA8B1C}" srcId="{7BE72C71-F499-4F84-93C4-7FC0C50A449D}" destId="{5C1F5E89-BD21-4765-A2AF-B11FE94BE7B8}" srcOrd="1" destOrd="0" parTransId="{44B4FD29-32FB-4671-8643-54600D22B3F4}" sibTransId="{91F0957B-F726-423E-AAD9-F8A22E854C52}"/>
    <dgm:cxn modelId="{FEE31EF0-A8AA-40C5-874B-40599739B89C}" srcId="{D2997AA8-FE21-481B-A366-7EFB6FCAC841}" destId="{C184EB03-A7E3-4734-A94A-0A1CA7FF587E}" srcOrd="0" destOrd="0" parTransId="{4A1F95E2-007B-4938-9593-4C88797976E6}" sibTransId="{385F25A3-E50F-4749-9F60-E8809A8D1F07}"/>
    <dgm:cxn modelId="{A763E2F0-1D0F-401A-A71E-FC8CE08EBB25}" srcId="{5C1F5E89-BD21-4765-A2AF-B11FE94BE7B8}" destId="{444B4D6A-1149-4A99-9DC3-860F5636FF34}" srcOrd="0" destOrd="0" parTransId="{39AEA553-521B-4720-BB1A-9C3699925DB1}" sibTransId="{049687A0-4A17-41CB-9F4D-DF4A241AF98D}"/>
    <dgm:cxn modelId="{58394999-F627-4354-A4C6-7E9B9B680105}" type="presParOf" srcId="{CFFCAE25-EC23-4165-9E36-926969E59A45}" destId="{2E6BFBDC-A38B-4684-9F2C-327FD760980F}" srcOrd="0" destOrd="0" presId="urn:microsoft.com/office/officeart/2005/8/layout/hList1"/>
    <dgm:cxn modelId="{EC382489-67E6-4B52-B6E2-8ED5834C11B9}" type="presParOf" srcId="{2E6BFBDC-A38B-4684-9F2C-327FD760980F}" destId="{8298034E-D972-4E5C-A36D-F02EA475FA20}" srcOrd="0" destOrd="0" presId="urn:microsoft.com/office/officeart/2005/8/layout/hList1"/>
    <dgm:cxn modelId="{29491E65-4679-4BC9-B547-0EE342467E89}" type="presParOf" srcId="{2E6BFBDC-A38B-4684-9F2C-327FD760980F}" destId="{2E3F40A0-42C5-422F-8BC5-A24963580F28}" srcOrd="1" destOrd="0" presId="urn:microsoft.com/office/officeart/2005/8/layout/hList1"/>
    <dgm:cxn modelId="{78B04FA4-BB66-4B39-9AAB-406169489228}" type="presParOf" srcId="{CFFCAE25-EC23-4165-9E36-926969E59A45}" destId="{7DB9DE74-FF26-4553-A4AC-AE3C7DC35921}" srcOrd="1" destOrd="0" presId="urn:microsoft.com/office/officeart/2005/8/layout/hList1"/>
    <dgm:cxn modelId="{10DD327B-34FF-44B7-AB64-E6E4FC5C83E1}" type="presParOf" srcId="{CFFCAE25-EC23-4165-9E36-926969E59A45}" destId="{C015D7BC-74C2-4459-B19D-05B1A1EE6E5C}" srcOrd="2" destOrd="0" presId="urn:microsoft.com/office/officeart/2005/8/layout/hList1"/>
    <dgm:cxn modelId="{05B9B328-6666-423A-8293-8B7AC06F526D}" type="presParOf" srcId="{C015D7BC-74C2-4459-B19D-05B1A1EE6E5C}" destId="{F9B3E70E-78F4-4FD5-94E3-51106A1EEA88}" srcOrd="0" destOrd="0" presId="urn:microsoft.com/office/officeart/2005/8/layout/hList1"/>
    <dgm:cxn modelId="{F71C3D49-EF9F-4DA8-8EEB-D8A47FE8C4AA}" type="presParOf" srcId="{C015D7BC-74C2-4459-B19D-05B1A1EE6E5C}" destId="{26F29272-6199-4C36-B7A7-EF80C455A113}" srcOrd="1" destOrd="0" presId="urn:microsoft.com/office/officeart/2005/8/layout/hList1"/>
    <dgm:cxn modelId="{17416151-89F9-4458-9201-90092403866F}" type="presParOf" srcId="{CFFCAE25-EC23-4165-9E36-926969E59A45}" destId="{4928F8AA-B2C4-4E0F-8904-5E9CAA832588}" srcOrd="3" destOrd="0" presId="urn:microsoft.com/office/officeart/2005/8/layout/hList1"/>
    <dgm:cxn modelId="{894DE128-E0F4-4CA5-8235-0E52EBF6384E}" type="presParOf" srcId="{CFFCAE25-EC23-4165-9E36-926969E59A45}" destId="{AE65D510-F584-4CC8-A424-4B435FDBE108}" srcOrd="4" destOrd="0" presId="urn:microsoft.com/office/officeart/2005/8/layout/hList1"/>
    <dgm:cxn modelId="{866DE70A-978B-4C9B-9799-C706A46EA449}" type="presParOf" srcId="{AE65D510-F584-4CC8-A424-4B435FDBE108}" destId="{F29E669C-F5B5-436E-B0F5-D792FF924FAD}" srcOrd="0" destOrd="0" presId="urn:microsoft.com/office/officeart/2005/8/layout/hList1"/>
    <dgm:cxn modelId="{328369F4-85FB-494B-8664-03A0F144DFC5}" type="presParOf" srcId="{AE65D510-F584-4CC8-A424-4B435FDBE108}" destId="{7DC346E2-9D37-48E3-9473-B3965539D4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6D68C9-65B2-431A-BFB0-5EEA067DD44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D101A3-9DA8-4BE1-8191-8ADBB6E3BCF2}">
      <dgm:prSet custT="1"/>
      <dgm:spPr/>
      <dgm:t>
        <a:bodyPr/>
        <a:lstStyle/>
        <a:p>
          <a:r>
            <a:rPr lang="vi-VN" sz="2000" dirty="0" err="1"/>
            <a:t>Hạn</a:t>
          </a:r>
          <a:r>
            <a:rPr lang="vi-VN" sz="2000" dirty="0"/>
            <a:t> </a:t>
          </a:r>
          <a:r>
            <a:rPr lang="vi-VN" sz="2000" dirty="0" err="1"/>
            <a:t>chế</a:t>
          </a:r>
          <a:r>
            <a:rPr lang="vi-VN" sz="2000" dirty="0"/>
            <a:t>:</a:t>
          </a:r>
          <a:endParaRPr lang="en-US" sz="2000" dirty="0"/>
        </a:p>
      </dgm:t>
    </dgm:pt>
    <dgm:pt modelId="{3C1767AC-B941-4E41-BA7D-FD142329AF16}" type="parTrans" cxnId="{D9D75EA1-4673-4525-9396-72A9618A4B0A}">
      <dgm:prSet/>
      <dgm:spPr/>
      <dgm:t>
        <a:bodyPr/>
        <a:lstStyle/>
        <a:p>
          <a:endParaRPr lang="en-US"/>
        </a:p>
      </dgm:t>
    </dgm:pt>
    <dgm:pt modelId="{7087A817-4406-4A69-892C-BAA7F5B44A81}" type="sibTrans" cxnId="{D9D75EA1-4673-4525-9396-72A9618A4B0A}">
      <dgm:prSet/>
      <dgm:spPr/>
      <dgm:t>
        <a:bodyPr/>
        <a:lstStyle/>
        <a:p>
          <a:endParaRPr lang="en-US"/>
        </a:p>
      </dgm:t>
    </dgm:pt>
    <dgm:pt modelId="{224F351D-D7BC-4EAB-BB20-579CBB1822ED}">
      <dgm:prSet custT="1"/>
      <dgm:spPr/>
      <dgm:t>
        <a:bodyPr/>
        <a:lstStyle/>
        <a:p>
          <a:r>
            <a:rPr lang="vi-VN" sz="2200" dirty="0" err="1">
              <a:latin typeface="+mn-lt"/>
            </a:rPr>
            <a:t>Hệ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thống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hiện</a:t>
          </a:r>
          <a:r>
            <a:rPr lang="vi-VN" sz="2200" dirty="0">
              <a:latin typeface="+mn-lt"/>
            </a:rPr>
            <a:t> chưa </a:t>
          </a:r>
          <a:r>
            <a:rPr lang="vi-VN" sz="2200" dirty="0" err="1">
              <a:latin typeface="+mn-lt"/>
            </a:rPr>
            <a:t>hỗ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trợ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kết</a:t>
          </a:r>
          <a:r>
            <a:rPr lang="vi-VN" sz="2200" dirty="0">
              <a:latin typeface="+mn-lt"/>
            </a:rPr>
            <a:t> nối </a:t>
          </a:r>
          <a:r>
            <a:rPr lang="vi-VN" sz="2200" dirty="0" err="1">
              <a:latin typeface="+mn-lt"/>
            </a:rPr>
            <a:t>trực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tiếp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với</a:t>
          </a:r>
          <a:r>
            <a:rPr lang="vi-VN" sz="2200" dirty="0">
              <a:latin typeface="+mn-lt"/>
            </a:rPr>
            <a:t> ngân </a:t>
          </a:r>
          <a:r>
            <a:rPr lang="vi-VN" sz="2200" dirty="0" err="1">
              <a:latin typeface="+mn-lt"/>
            </a:rPr>
            <a:t>hàng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hoặc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ví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điện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tử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để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tự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động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đồng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bộ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dữ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liệu</a:t>
          </a:r>
          <a:r>
            <a:rPr lang="vi-VN" sz="2200" dirty="0">
              <a:latin typeface="+mn-lt"/>
            </a:rPr>
            <a:t> giao </a:t>
          </a:r>
          <a:r>
            <a:rPr lang="vi-VN" sz="2200" dirty="0" err="1">
              <a:latin typeface="+mn-lt"/>
            </a:rPr>
            <a:t>dịch</a:t>
          </a:r>
          <a:endParaRPr lang="en-US" sz="2200" dirty="0">
            <a:latin typeface="+mn-lt"/>
          </a:endParaRPr>
        </a:p>
      </dgm:t>
    </dgm:pt>
    <dgm:pt modelId="{6E1CB494-82C7-48C4-9CC0-9419C69CCDBB}" type="parTrans" cxnId="{353C2E2D-D294-4227-9F2B-E3994FC426E7}">
      <dgm:prSet/>
      <dgm:spPr/>
      <dgm:t>
        <a:bodyPr/>
        <a:lstStyle/>
        <a:p>
          <a:endParaRPr lang="en-US"/>
        </a:p>
      </dgm:t>
    </dgm:pt>
    <dgm:pt modelId="{07058251-9E93-43DA-BDB4-F3C3EA6FEDAC}" type="sibTrans" cxnId="{353C2E2D-D294-4227-9F2B-E3994FC426E7}">
      <dgm:prSet/>
      <dgm:spPr/>
      <dgm:t>
        <a:bodyPr/>
        <a:lstStyle/>
        <a:p>
          <a:endParaRPr lang="en-US"/>
        </a:p>
      </dgm:t>
    </dgm:pt>
    <dgm:pt modelId="{6791B4F5-9C86-494F-9C43-8D8AA5FC4689}">
      <dgm:prSet custT="1"/>
      <dgm:spPr/>
      <dgm:t>
        <a:bodyPr/>
        <a:lstStyle/>
        <a:p>
          <a:r>
            <a:rPr lang="vi-VN" sz="2000" dirty="0" err="1"/>
            <a:t>Hướng</a:t>
          </a:r>
          <a:r>
            <a:rPr lang="vi-VN" sz="2000" dirty="0"/>
            <a:t> </a:t>
          </a:r>
          <a:r>
            <a:rPr lang="vi-VN" sz="2000" dirty="0" err="1"/>
            <a:t>phát</a:t>
          </a:r>
          <a:r>
            <a:rPr lang="vi-VN" sz="2000" dirty="0"/>
            <a:t> </a:t>
          </a:r>
          <a:r>
            <a:rPr lang="vi-VN" sz="2000" dirty="0" err="1"/>
            <a:t>triển</a:t>
          </a:r>
          <a:r>
            <a:rPr lang="vi-VN" sz="2000" dirty="0"/>
            <a:t>:</a:t>
          </a:r>
          <a:endParaRPr lang="en-US" sz="2000" dirty="0"/>
        </a:p>
      </dgm:t>
    </dgm:pt>
    <dgm:pt modelId="{D159072E-F08B-4FB2-A272-DEF6D6A5E06E}" type="parTrans" cxnId="{09122FD1-1956-44A7-A611-FCA34DA3B93D}">
      <dgm:prSet/>
      <dgm:spPr/>
      <dgm:t>
        <a:bodyPr/>
        <a:lstStyle/>
        <a:p>
          <a:endParaRPr lang="en-US"/>
        </a:p>
      </dgm:t>
    </dgm:pt>
    <dgm:pt modelId="{11C18858-868C-4453-83B2-3ABD6AF017DC}" type="sibTrans" cxnId="{09122FD1-1956-44A7-A611-FCA34DA3B93D}">
      <dgm:prSet/>
      <dgm:spPr/>
      <dgm:t>
        <a:bodyPr/>
        <a:lstStyle/>
        <a:p>
          <a:endParaRPr lang="en-US"/>
        </a:p>
      </dgm:t>
    </dgm:pt>
    <dgm:pt modelId="{49DC9F7F-7D29-474A-AA3F-B43727702CC9}">
      <dgm:prSet custT="1"/>
      <dgm:spPr/>
      <dgm:t>
        <a:bodyPr/>
        <a:lstStyle/>
        <a:p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nối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với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ngân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ví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điện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tử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để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tự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việc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ghi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nhận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BBD367A0-45A3-4802-9C6E-0BBA99EC61F7}" type="parTrans" cxnId="{5E63CD71-D143-4B76-A2C7-3F7FCFF8B16C}">
      <dgm:prSet/>
      <dgm:spPr/>
      <dgm:t>
        <a:bodyPr/>
        <a:lstStyle/>
        <a:p>
          <a:endParaRPr lang="en-US"/>
        </a:p>
      </dgm:t>
    </dgm:pt>
    <dgm:pt modelId="{70FB14DF-2677-482F-835E-5E8B674F9529}" type="sibTrans" cxnId="{5E63CD71-D143-4B76-A2C7-3F7FCFF8B16C}">
      <dgm:prSet/>
      <dgm:spPr/>
      <dgm:t>
        <a:bodyPr/>
        <a:lstStyle/>
        <a:p>
          <a:endParaRPr lang="en-US"/>
        </a:p>
      </dgm:t>
    </dgm:pt>
    <dgm:pt modelId="{27515B82-AECE-4FA9-8114-72B6909C1B4B}">
      <dgm:prSet custT="1"/>
      <dgm:spPr/>
      <dgm:t>
        <a:bodyPr/>
        <a:lstStyle/>
        <a:p>
          <a:r>
            <a:rPr lang="vi-VN" sz="2200" dirty="0" err="1">
              <a:latin typeface="+mn-lt"/>
            </a:rPr>
            <a:t>Khả</a:t>
          </a:r>
          <a:r>
            <a:rPr lang="vi-VN" sz="2200" dirty="0">
              <a:latin typeface="+mn-lt"/>
            </a:rPr>
            <a:t> năng phân </a:t>
          </a:r>
          <a:r>
            <a:rPr lang="vi-VN" sz="2200" dirty="0" err="1">
              <a:latin typeface="+mn-lt"/>
            </a:rPr>
            <a:t>tích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của</a:t>
          </a:r>
          <a:r>
            <a:rPr lang="vi-VN" sz="2200" dirty="0">
              <a:latin typeface="+mn-lt"/>
            </a:rPr>
            <a:t> AI </a:t>
          </a:r>
          <a:r>
            <a:rPr lang="vi-VN" sz="2200" dirty="0" err="1">
              <a:latin typeface="+mn-lt"/>
            </a:rPr>
            <a:t>vẫn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còn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phụ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thuộc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vào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dữ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liệu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hiện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có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và</a:t>
          </a:r>
          <a:r>
            <a:rPr lang="vi-VN" sz="2200" dirty="0">
              <a:latin typeface="+mn-lt"/>
            </a:rPr>
            <a:t> chưa </a:t>
          </a:r>
          <a:r>
            <a:rPr lang="vi-VN" sz="2200" dirty="0" err="1">
              <a:latin typeface="+mn-lt"/>
            </a:rPr>
            <a:t>hỗ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trợ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dự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báo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tài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chính</a:t>
          </a:r>
          <a:r>
            <a:rPr lang="vi-VN" sz="2200" dirty="0">
              <a:latin typeface="+mn-lt"/>
            </a:rPr>
            <a:t> chuyên sâu.</a:t>
          </a:r>
          <a:endParaRPr lang="en-US" sz="2200" dirty="0">
            <a:latin typeface="+mn-lt"/>
          </a:endParaRPr>
        </a:p>
      </dgm:t>
    </dgm:pt>
    <dgm:pt modelId="{0FC95A9A-CB7F-44DE-96B1-7427453C908B}" type="parTrans" cxnId="{B94AF8ED-6634-49F6-B168-D7D369927D36}">
      <dgm:prSet/>
      <dgm:spPr/>
      <dgm:t>
        <a:bodyPr/>
        <a:lstStyle/>
        <a:p>
          <a:endParaRPr lang="en-US"/>
        </a:p>
      </dgm:t>
    </dgm:pt>
    <dgm:pt modelId="{513FF079-F8D7-483F-A115-22BB483D623A}" type="sibTrans" cxnId="{B94AF8ED-6634-49F6-B168-D7D369927D36}">
      <dgm:prSet/>
      <dgm:spPr/>
      <dgm:t>
        <a:bodyPr/>
        <a:lstStyle/>
        <a:p>
          <a:endParaRPr lang="en-US"/>
        </a:p>
      </dgm:t>
    </dgm:pt>
    <dgm:pt modelId="{12709FBD-F258-4A76-A9EF-83E4E1AD4625}">
      <dgm:prSet custT="1"/>
      <dgm:spPr/>
      <dgm:t>
        <a:bodyPr/>
        <a:lstStyle/>
        <a:p>
          <a:r>
            <a:rPr lang="vi-VN" sz="2200" dirty="0" err="1">
              <a:latin typeface="+mn-lt"/>
            </a:rPr>
            <a:t>Ứng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dụng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mới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được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triển</a:t>
          </a:r>
          <a:r>
            <a:rPr lang="vi-VN" sz="2200" dirty="0">
              <a:latin typeface="+mn-lt"/>
            </a:rPr>
            <a:t> khai </a:t>
          </a:r>
          <a:r>
            <a:rPr lang="vi-VN" sz="2200" dirty="0" err="1">
              <a:latin typeface="+mn-lt"/>
            </a:rPr>
            <a:t>thử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nghiệm</a:t>
          </a:r>
          <a:r>
            <a:rPr lang="vi-VN" sz="2200" dirty="0">
              <a:latin typeface="+mn-lt"/>
            </a:rPr>
            <a:t> trên </a:t>
          </a:r>
          <a:r>
            <a:rPr lang="vi-VN" sz="2200" dirty="0" err="1">
              <a:latin typeface="+mn-lt"/>
            </a:rPr>
            <a:t>nền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tảng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Android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và</a:t>
          </a:r>
          <a:r>
            <a:rPr lang="vi-VN" sz="2200" dirty="0">
              <a:latin typeface="+mn-lt"/>
            </a:rPr>
            <a:t> chưa </a:t>
          </a:r>
          <a:r>
            <a:rPr lang="vi-VN" sz="2200" dirty="0" err="1">
              <a:latin typeface="+mn-lt"/>
            </a:rPr>
            <a:t>hỗ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trợ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iOS</a:t>
          </a:r>
          <a:r>
            <a:rPr lang="vi-VN" sz="2200" dirty="0">
              <a:latin typeface="+mn-lt"/>
            </a:rPr>
            <a:t>.</a:t>
          </a:r>
          <a:endParaRPr lang="en-US" sz="2200" dirty="0">
            <a:latin typeface="+mn-lt"/>
          </a:endParaRPr>
        </a:p>
      </dgm:t>
    </dgm:pt>
    <dgm:pt modelId="{B344CECE-E657-4DF2-BB46-26ECDE818F08}" type="parTrans" cxnId="{4F0F6046-2037-4E7D-AF85-1DD640DB487F}">
      <dgm:prSet/>
      <dgm:spPr/>
      <dgm:t>
        <a:bodyPr/>
        <a:lstStyle/>
        <a:p>
          <a:endParaRPr lang="en-US"/>
        </a:p>
      </dgm:t>
    </dgm:pt>
    <dgm:pt modelId="{1C03CF11-5509-40F5-9799-7E36C7093512}" type="sibTrans" cxnId="{4F0F6046-2037-4E7D-AF85-1DD640DB487F}">
      <dgm:prSet/>
      <dgm:spPr/>
      <dgm:t>
        <a:bodyPr/>
        <a:lstStyle/>
        <a:p>
          <a:endParaRPr lang="en-US"/>
        </a:p>
      </dgm:t>
    </dgm:pt>
    <dgm:pt modelId="{53F2B415-D2F4-4A54-BA56-67F6DF77D03A}">
      <dgm:prSet custT="1"/>
      <dgm:spPr/>
      <dgm:t>
        <a:bodyPr/>
        <a:lstStyle/>
        <a:p>
          <a:r>
            <a:rPr lang="vi-VN" sz="2200" dirty="0" err="1">
              <a:latin typeface="+mn-lt"/>
            </a:rPr>
            <a:t>Một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số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chức</a:t>
          </a:r>
          <a:r>
            <a:rPr lang="vi-VN" sz="2200" dirty="0">
              <a:latin typeface="+mn-lt"/>
            </a:rPr>
            <a:t> năng nâng cao </a:t>
          </a:r>
          <a:r>
            <a:rPr lang="vi-VN" sz="2200" dirty="0" err="1">
              <a:latin typeface="+mn-lt"/>
            </a:rPr>
            <a:t>về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bảo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mật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và</a:t>
          </a:r>
          <a:r>
            <a:rPr lang="vi-VN" sz="2200" dirty="0">
              <a:latin typeface="+mn-lt"/>
            </a:rPr>
            <a:t> phân </a:t>
          </a:r>
          <a:r>
            <a:rPr lang="vi-VN" sz="2200" dirty="0" err="1">
              <a:latin typeface="+mn-lt"/>
            </a:rPr>
            <a:t>quyền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vẫn</a:t>
          </a:r>
          <a:r>
            <a:rPr lang="vi-VN" sz="2200" dirty="0">
              <a:latin typeface="+mn-lt"/>
            </a:rPr>
            <a:t> chưa </a:t>
          </a:r>
          <a:r>
            <a:rPr lang="vi-VN" sz="2200" dirty="0" err="1">
              <a:latin typeface="+mn-lt"/>
            </a:rPr>
            <a:t>được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triển</a:t>
          </a:r>
          <a:r>
            <a:rPr lang="vi-VN" sz="2200" dirty="0">
              <a:latin typeface="+mn-lt"/>
            </a:rPr>
            <a:t> khai </a:t>
          </a:r>
          <a:r>
            <a:rPr lang="vi-VN" sz="2200" dirty="0" err="1">
              <a:latin typeface="+mn-lt"/>
            </a:rPr>
            <a:t>đầy</a:t>
          </a:r>
          <a:r>
            <a:rPr lang="vi-VN" sz="2200" dirty="0">
              <a:latin typeface="+mn-lt"/>
            </a:rPr>
            <a:t> </a:t>
          </a:r>
          <a:r>
            <a:rPr lang="vi-VN" sz="2200" dirty="0" err="1">
              <a:latin typeface="+mn-lt"/>
            </a:rPr>
            <a:t>đủ</a:t>
          </a:r>
          <a:r>
            <a:rPr lang="vi-VN" sz="2200" dirty="0">
              <a:latin typeface="+mn-lt"/>
            </a:rPr>
            <a:t>.</a:t>
          </a:r>
          <a:endParaRPr lang="en-US" sz="2200" dirty="0">
            <a:latin typeface="+mn-lt"/>
          </a:endParaRPr>
        </a:p>
      </dgm:t>
    </dgm:pt>
    <dgm:pt modelId="{6227A0BF-BCC2-419B-957E-7CCCFE52A3BB}" type="parTrans" cxnId="{940A0296-E719-4438-BDFA-DA5CB6C2BCFC}">
      <dgm:prSet/>
      <dgm:spPr/>
      <dgm:t>
        <a:bodyPr/>
        <a:lstStyle/>
        <a:p>
          <a:endParaRPr lang="en-US"/>
        </a:p>
      </dgm:t>
    </dgm:pt>
    <dgm:pt modelId="{8E07BECF-1E2C-444C-921C-300DECFD30B5}" type="sibTrans" cxnId="{940A0296-E719-4438-BDFA-DA5CB6C2BCFC}">
      <dgm:prSet/>
      <dgm:spPr/>
      <dgm:t>
        <a:bodyPr/>
        <a:lstStyle/>
        <a:p>
          <a:endParaRPr lang="en-US"/>
        </a:p>
      </dgm:t>
    </dgm:pt>
    <dgm:pt modelId="{EED77257-C3D2-4671-819A-844E23B749FA}">
      <dgm:prSet custT="1"/>
      <dgm:spPr/>
      <dgm:t>
        <a:bodyPr/>
        <a:lstStyle/>
        <a:p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Nâng cao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khả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năng phân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dự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của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AI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nhằm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ra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quyết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tốt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hơn.</a:t>
          </a:r>
          <a:endParaRPr lang="en-US" sz="2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536DD4-7030-45A6-88F1-F9925EDF055E}" type="parTrans" cxnId="{6B370D10-5E57-474D-80A5-F044465BD071}">
      <dgm:prSet/>
      <dgm:spPr/>
      <dgm:t>
        <a:bodyPr/>
        <a:lstStyle/>
        <a:p>
          <a:endParaRPr lang="en-US"/>
        </a:p>
      </dgm:t>
    </dgm:pt>
    <dgm:pt modelId="{832B85E9-B23E-4DA5-AC4F-0AB08175489A}" type="sibTrans" cxnId="{6B370D10-5E57-474D-80A5-F044465BD071}">
      <dgm:prSet/>
      <dgm:spPr/>
      <dgm:t>
        <a:bodyPr/>
        <a:lstStyle/>
        <a:p>
          <a:endParaRPr lang="en-US"/>
        </a:p>
      </dgm:t>
    </dgm:pt>
    <dgm:pt modelId="{FAE9474F-156F-4027-83B5-6233314C0849}">
      <dgm:prSet custT="1"/>
      <dgm:spPr/>
      <dgm:t>
        <a:bodyPr/>
        <a:lstStyle/>
        <a:p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Phát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ứng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dụng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trên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nhiều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nền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tảng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di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khác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dirty="0" err="1">
              <a:latin typeface="Arial" panose="020B0604020202020204" pitchFamily="34" charset="0"/>
              <a:cs typeface="Arial" panose="020B0604020202020204" pitchFamily="34" charset="0"/>
            </a:rPr>
            <a:t>nhau</a:t>
          </a:r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15A70D37-AF3F-4FF0-9049-28DACB0AE923}" type="parTrans" cxnId="{AF94480F-9FEB-4DBF-BEFD-645502095B53}">
      <dgm:prSet/>
      <dgm:spPr/>
      <dgm:t>
        <a:bodyPr/>
        <a:lstStyle/>
        <a:p>
          <a:endParaRPr lang="en-US"/>
        </a:p>
      </dgm:t>
    </dgm:pt>
    <dgm:pt modelId="{526698DC-39AC-41BD-996C-74CD64C1C828}" type="sibTrans" cxnId="{AF94480F-9FEB-4DBF-BEFD-645502095B53}">
      <dgm:prSet/>
      <dgm:spPr/>
      <dgm:t>
        <a:bodyPr/>
        <a:lstStyle/>
        <a:p>
          <a:endParaRPr lang="en-US"/>
        </a:p>
      </dgm:t>
    </dgm:pt>
    <dgm:pt modelId="{CF2CABAF-AAEA-4D05-99D2-D620D3406BA5}">
      <dgm:prSet custT="1"/>
      <dgm:spPr/>
      <dgm:t>
        <a:bodyPr/>
        <a:lstStyle/>
        <a:p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Bổ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sung thêm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cơ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chế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bảo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mật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phân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quyền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người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dirty="0" err="1">
              <a:latin typeface="Arial" panose="020B0604020202020204" pitchFamily="34" charset="0"/>
              <a:cs typeface="Arial" panose="020B0604020202020204" pitchFamily="34" charset="0"/>
            </a:rPr>
            <a:t>dùng</a:t>
          </a:r>
          <a:r>
            <a:rPr lang="vi-VN" sz="2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8E51F3-5ECA-42D6-B176-623F0A09DE6E}" type="parTrans" cxnId="{9809746C-F755-443F-A642-24595E6202F4}">
      <dgm:prSet/>
      <dgm:spPr/>
      <dgm:t>
        <a:bodyPr/>
        <a:lstStyle/>
        <a:p>
          <a:endParaRPr lang="en-US"/>
        </a:p>
      </dgm:t>
    </dgm:pt>
    <dgm:pt modelId="{10F4B980-34AC-490A-99CE-EE20D2D428EE}" type="sibTrans" cxnId="{9809746C-F755-443F-A642-24595E6202F4}">
      <dgm:prSet/>
      <dgm:spPr/>
      <dgm:t>
        <a:bodyPr/>
        <a:lstStyle/>
        <a:p>
          <a:endParaRPr lang="en-US"/>
        </a:p>
      </dgm:t>
    </dgm:pt>
    <dgm:pt modelId="{BDB03D47-92E7-4A6F-ADC7-64A48D19B88A}" type="pres">
      <dgm:prSet presAssocID="{8D6D68C9-65B2-431A-BFB0-5EEA067DD447}" presName="linear" presStyleCnt="0">
        <dgm:presLayoutVars>
          <dgm:dir/>
          <dgm:animLvl val="lvl"/>
          <dgm:resizeHandles val="exact"/>
        </dgm:presLayoutVars>
      </dgm:prSet>
      <dgm:spPr/>
    </dgm:pt>
    <dgm:pt modelId="{2DCC63CD-DFCA-4379-97E7-E5A08EB1DB92}" type="pres">
      <dgm:prSet presAssocID="{8FD101A3-9DA8-4BE1-8191-8ADBB6E3BCF2}" presName="parentLin" presStyleCnt="0"/>
      <dgm:spPr/>
    </dgm:pt>
    <dgm:pt modelId="{198535AB-46F0-4394-92E1-72223063945F}" type="pres">
      <dgm:prSet presAssocID="{8FD101A3-9DA8-4BE1-8191-8ADBB6E3BCF2}" presName="parentLeftMargin" presStyleLbl="node1" presStyleIdx="0" presStyleCnt="2"/>
      <dgm:spPr/>
    </dgm:pt>
    <dgm:pt modelId="{46F9ADD5-0895-4A72-BC41-DA250ECB88BE}" type="pres">
      <dgm:prSet presAssocID="{8FD101A3-9DA8-4BE1-8191-8ADBB6E3BC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07B0BC1-919B-47D3-8A3C-6E7F1ED7AC05}" type="pres">
      <dgm:prSet presAssocID="{8FD101A3-9DA8-4BE1-8191-8ADBB6E3BCF2}" presName="negativeSpace" presStyleCnt="0"/>
      <dgm:spPr/>
    </dgm:pt>
    <dgm:pt modelId="{5EC660D6-4CA1-4845-8531-97658D2ABEE9}" type="pres">
      <dgm:prSet presAssocID="{8FD101A3-9DA8-4BE1-8191-8ADBB6E3BCF2}" presName="childText" presStyleLbl="conFgAcc1" presStyleIdx="0" presStyleCnt="2">
        <dgm:presLayoutVars>
          <dgm:bulletEnabled val="1"/>
        </dgm:presLayoutVars>
      </dgm:prSet>
      <dgm:spPr/>
    </dgm:pt>
    <dgm:pt modelId="{79BCE694-0895-4535-8227-C69C2D434D5A}" type="pres">
      <dgm:prSet presAssocID="{7087A817-4406-4A69-892C-BAA7F5B44A81}" presName="spaceBetweenRectangles" presStyleCnt="0"/>
      <dgm:spPr/>
    </dgm:pt>
    <dgm:pt modelId="{27C5B1C6-5FA3-4FD0-B138-9A71201C89BA}" type="pres">
      <dgm:prSet presAssocID="{6791B4F5-9C86-494F-9C43-8D8AA5FC4689}" presName="parentLin" presStyleCnt="0"/>
      <dgm:spPr/>
    </dgm:pt>
    <dgm:pt modelId="{C4A6C764-11E7-4394-AA1A-7845ADA0931B}" type="pres">
      <dgm:prSet presAssocID="{6791B4F5-9C86-494F-9C43-8D8AA5FC4689}" presName="parentLeftMargin" presStyleLbl="node1" presStyleIdx="0" presStyleCnt="2"/>
      <dgm:spPr/>
    </dgm:pt>
    <dgm:pt modelId="{9DE90A11-46FF-4C87-94D9-3A2D42CA506F}" type="pres">
      <dgm:prSet presAssocID="{6791B4F5-9C86-494F-9C43-8D8AA5FC468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129D77E-75BC-4D9B-BD9A-977FA54CB1BD}" type="pres">
      <dgm:prSet presAssocID="{6791B4F5-9C86-494F-9C43-8D8AA5FC4689}" presName="negativeSpace" presStyleCnt="0"/>
      <dgm:spPr/>
    </dgm:pt>
    <dgm:pt modelId="{95230C82-ED45-4AF5-BE57-EC8FA034500B}" type="pres">
      <dgm:prSet presAssocID="{6791B4F5-9C86-494F-9C43-8D8AA5FC468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F94480F-9FEB-4DBF-BEFD-645502095B53}" srcId="{6791B4F5-9C86-494F-9C43-8D8AA5FC4689}" destId="{FAE9474F-156F-4027-83B5-6233314C0849}" srcOrd="2" destOrd="0" parTransId="{15A70D37-AF3F-4FF0-9049-28DACB0AE923}" sibTransId="{526698DC-39AC-41BD-996C-74CD64C1C828}"/>
    <dgm:cxn modelId="{6B370D10-5E57-474D-80A5-F044465BD071}" srcId="{6791B4F5-9C86-494F-9C43-8D8AA5FC4689}" destId="{EED77257-C3D2-4671-819A-844E23B749FA}" srcOrd="1" destOrd="0" parTransId="{9A536DD4-7030-45A6-88F1-F9925EDF055E}" sibTransId="{832B85E9-B23E-4DA5-AC4F-0AB08175489A}"/>
    <dgm:cxn modelId="{36453D1F-36BA-4A1C-81C2-3BCAF2E250C0}" type="presOf" srcId="{27515B82-AECE-4FA9-8114-72B6909C1B4B}" destId="{5EC660D6-4CA1-4845-8531-97658D2ABEE9}" srcOrd="0" destOrd="1" presId="urn:microsoft.com/office/officeart/2005/8/layout/list1"/>
    <dgm:cxn modelId="{353C2E2D-D294-4227-9F2B-E3994FC426E7}" srcId="{8FD101A3-9DA8-4BE1-8191-8ADBB6E3BCF2}" destId="{224F351D-D7BC-4EAB-BB20-579CBB1822ED}" srcOrd="0" destOrd="0" parTransId="{6E1CB494-82C7-48C4-9CC0-9419C69CCDBB}" sibTransId="{07058251-9E93-43DA-BDB4-F3C3EA6FEDAC}"/>
    <dgm:cxn modelId="{E210612D-6DA2-4155-9610-89D4A500E604}" type="presOf" srcId="{224F351D-D7BC-4EAB-BB20-579CBB1822ED}" destId="{5EC660D6-4CA1-4845-8531-97658D2ABEE9}" srcOrd="0" destOrd="0" presId="urn:microsoft.com/office/officeart/2005/8/layout/list1"/>
    <dgm:cxn modelId="{CA19A73D-753A-4675-A86E-A4F6965FE1DD}" type="presOf" srcId="{53F2B415-D2F4-4A54-BA56-67F6DF77D03A}" destId="{5EC660D6-4CA1-4845-8531-97658D2ABEE9}" srcOrd="0" destOrd="3" presId="urn:microsoft.com/office/officeart/2005/8/layout/list1"/>
    <dgm:cxn modelId="{4F0F6046-2037-4E7D-AF85-1DD640DB487F}" srcId="{8FD101A3-9DA8-4BE1-8191-8ADBB6E3BCF2}" destId="{12709FBD-F258-4A76-A9EF-83E4E1AD4625}" srcOrd="2" destOrd="0" parTransId="{B344CECE-E657-4DF2-BB46-26ECDE818F08}" sibTransId="{1C03CF11-5509-40F5-9799-7E36C7093512}"/>
    <dgm:cxn modelId="{66E41C49-D1E4-4B90-A516-33B569F4D467}" type="presOf" srcId="{6791B4F5-9C86-494F-9C43-8D8AA5FC4689}" destId="{9DE90A11-46FF-4C87-94D9-3A2D42CA506F}" srcOrd="1" destOrd="0" presId="urn:microsoft.com/office/officeart/2005/8/layout/list1"/>
    <dgm:cxn modelId="{94586549-E243-4FC0-B866-AAF3ED3C5A0B}" type="presOf" srcId="{EED77257-C3D2-4671-819A-844E23B749FA}" destId="{95230C82-ED45-4AF5-BE57-EC8FA034500B}" srcOrd="0" destOrd="1" presId="urn:microsoft.com/office/officeart/2005/8/layout/list1"/>
    <dgm:cxn modelId="{FECA6D69-019F-48B8-B19F-F1B24F25753F}" type="presOf" srcId="{8FD101A3-9DA8-4BE1-8191-8ADBB6E3BCF2}" destId="{46F9ADD5-0895-4A72-BC41-DA250ECB88BE}" srcOrd="1" destOrd="0" presId="urn:microsoft.com/office/officeart/2005/8/layout/list1"/>
    <dgm:cxn modelId="{9809746C-F755-443F-A642-24595E6202F4}" srcId="{6791B4F5-9C86-494F-9C43-8D8AA5FC4689}" destId="{CF2CABAF-AAEA-4D05-99D2-D620D3406BA5}" srcOrd="3" destOrd="0" parTransId="{C68E51F3-5ECA-42D6-B176-623F0A09DE6E}" sibTransId="{10F4B980-34AC-490A-99CE-EE20D2D428EE}"/>
    <dgm:cxn modelId="{5E63CD71-D143-4B76-A2C7-3F7FCFF8B16C}" srcId="{6791B4F5-9C86-494F-9C43-8D8AA5FC4689}" destId="{49DC9F7F-7D29-474A-AA3F-B43727702CC9}" srcOrd="0" destOrd="0" parTransId="{BBD367A0-45A3-4802-9C6E-0BBA99EC61F7}" sibTransId="{70FB14DF-2677-482F-835E-5E8B674F9529}"/>
    <dgm:cxn modelId="{553F8874-4C60-4408-988B-4D050040A6A5}" type="presOf" srcId="{8D6D68C9-65B2-431A-BFB0-5EEA067DD447}" destId="{BDB03D47-92E7-4A6F-ADC7-64A48D19B88A}" srcOrd="0" destOrd="0" presId="urn:microsoft.com/office/officeart/2005/8/layout/list1"/>
    <dgm:cxn modelId="{EAAFD654-1FC7-4B0F-96D7-327EB1A16D88}" type="presOf" srcId="{CF2CABAF-AAEA-4D05-99D2-D620D3406BA5}" destId="{95230C82-ED45-4AF5-BE57-EC8FA034500B}" srcOrd="0" destOrd="3" presId="urn:microsoft.com/office/officeart/2005/8/layout/list1"/>
    <dgm:cxn modelId="{940A0296-E719-4438-BDFA-DA5CB6C2BCFC}" srcId="{8FD101A3-9DA8-4BE1-8191-8ADBB6E3BCF2}" destId="{53F2B415-D2F4-4A54-BA56-67F6DF77D03A}" srcOrd="3" destOrd="0" parTransId="{6227A0BF-BCC2-419B-957E-7CCCFE52A3BB}" sibTransId="{8E07BECF-1E2C-444C-921C-300DECFD30B5}"/>
    <dgm:cxn modelId="{CD252D9A-DEC1-4DAD-82F3-D52FF0253AA7}" type="presOf" srcId="{49DC9F7F-7D29-474A-AA3F-B43727702CC9}" destId="{95230C82-ED45-4AF5-BE57-EC8FA034500B}" srcOrd="0" destOrd="0" presId="urn:microsoft.com/office/officeart/2005/8/layout/list1"/>
    <dgm:cxn modelId="{D9D75EA1-4673-4525-9396-72A9618A4B0A}" srcId="{8D6D68C9-65B2-431A-BFB0-5EEA067DD447}" destId="{8FD101A3-9DA8-4BE1-8191-8ADBB6E3BCF2}" srcOrd="0" destOrd="0" parTransId="{3C1767AC-B941-4E41-BA7D-FD142329AF16}" sibTransId="{7087A817-4406-4A69-892C-BAA7F5B44A81}"/>
    <dgm:cxn modelId="{3B2313A6-53A5-4591-9364-ECE375C4B302}" type="presOf" srcId="{6791B4F5-9C86-494F-9C43-8D8AA5FC4689}" destId="{C4A6C764-11E7-4394-AA1A-7845ADA0931B}" srcOrd="0" destOrd="0" presId="urn:microsoft.com/office/officeart/2005/8/layout/list1"/>
    <dgm:cxn modelId="{33CBC7AD-20DF-458E-9B09-6E99438EC589}" type="presOf" srcId="{8FD101A3-9DA8-4BE1-8191-8ADBB6E3BCF2}" destId="{198535AB-46F0-4394-92E1-72223063945F}" srcOrd="0" destOrd="0" presId="urn:microsoft.com/office/officeart/2005/8/layout/list1"/>
    <dgm:cxn modelId="{9C9209B7-A5AA-40C6-A2C1-5C4360F587F6}" type="presOf" srcId="{FAE9474F-156F-4027-83B5-6233314C0849}" destId="{95230C82-ED45-4AF5-BE57-EC8FA034500B}" srcOrd="0" destOrd="2" presId="urn:microsoft.com/office/officeart/2005/8/layout/list1"/>
    <dgm:cxn modelId="{09122FD1-1956-44A7-A611-FCA34DA3B93D}" srcId="{8D6D68C9-65B2-431A-BFB0-5EEA067DD447}" destId="{6791B4F5-9C86-494F-9C43-8D8AA5FC4689}" srcOrd="1" destOrd="0" parTransId="{D159072E-F08B-4FB2-A272-DEF6D6A5E06E}" sibTransId="{11C18858-868C-4453-83B2-3ABD6AF017DC}"/>
    <dgm:cxn modelId="{EADE4DE0-12BD-44E7-BBF7-27068600E31A}" type="presOf" srcId="{12709FBD-F258-4A76-A9EF-83E4E1AD4625}" destId="{5EC660D6-4CA1-4845-8531-97658D2ABEE9}" srcOrd="0" destOrd="2" presId="urn:microsoft.com/office/officeart/2005/8/layout/list1"/>
    <dgm:cxn modelId="{B94AF8ED-6634-49F6-B168-D7D369927D36}" srcId="{8FD101A3-9DA8-4BE1-8191-8ADBB6E3BCF2}" destId="{27515B82-AECE-4FA9-8114-72B6909C1B4B}" srcOrd="1" destOrd="0" parTransId="{0FC95A9A-CB7F-44DE-96B1-7427453C908B}" sibTransId="{513FF079-F8D7-483F-A115-22BB483D623A}"/>
    <dgm:cxn modelId="{C5DECB92-110C-47F0-86D8-36D4D5CD05B1}" type="presParOf" srcId="{BDB03D47-92E7-4A6F-ADC7-64A48D19B88A}" destId="{2DCC63CD-DFCA-4379-97E7-E5A08EB1DB92}" srcOrd="0" destOrd="0" presId="urn:microsoft.com/office/officeart/2005/8/layout/list1"/>
    <dgm:cxn modelId="{3BBF1F05-9D03-47AA-B304-9F9B382D5CD4}" type="presParOf" srcId="{2DCC63CD-DFCA-4379-97E7-E5A08EB1DB92}" destId="{198535AB-46F0-4394-92E1-72223063945F}" srcOrd="0" destOrd="0" presId="urn:microsoft.com/office/officeart/2005/8/layout/list1"/>
    <dgm:cxn modelId="{3F99B66A-9FCB-4092-A80B-9DDED733ACCD}" type="presParOf" srcId="{2DCC63CD-DFCA-4379-97E7-E5A08EB1DB92}" destId="{46F9ADD5-0895-4A72-BC41-DA250ECB88BE}" srcOrd="1" destOrd="0" presId="urn:microsoft.com/office/officeart/2005/8/layout/list1"/>
    <dgm:cxn modelId="{9DB9439C-986E-47D2-A2A4-C027E7301A47}" type="presParOf" srcId="{BDB03D47-92E7-4A6F-ADC7-64A48D19B88A}" destId="{C07B0BC1-919B-47D3-8A3C-6E7F1ED7AC05}" srcOrd="1" destOrd="0" presId="urn:microsoft.com/office/officeart/2005/8/layout/list1"/>
    <dgm:cxn modelId="{FBA82FDC-2880-4D74-BC6E-B654817EFA77}" type="presParOf" srcId="{BDB03D47-92E7-4A6F-ADC7-64A48D19B88A}" destId="{5EC660D6-4CA1-4845-8531-97658D2ABEE9}" srcOrd="2" destOrd="0" presId="urn:microsoft.com/office/officeart/2005/8/layout/list1"/>
    <dgm:cxn modelId="{FB31BC80-F207-45B0-85C5-0847CABDFBB3}" type="presParOf" srcId="{BDB03D47-92E7-4A6F-ADC7-64A48D19B88A}" destId="{79BCE694-0895-4535-8227-C69C2D434D5A}" srcOrd="3" destOrd="0" presId="urn:microsoft.com/office/officeart/2005/8/layout/list1"/>
    <dgm:cxn modelId="{D37CDAAB-E4A4-42D9-8FB4-BA9C89253E1D}" type="presParOf" srcId="{BDB03D47-92E7-4A6F-ADC7-64A48D19B88A}" destId="{27C5B1C6-5FA3-4FD0-B138-9A71201C89BA}" srcOrd="4" destOrd="0" presId="urn:microsoft.com/office/officeart/2005/8/layout/list1"/>
    <dgm:cxn modelId="{600253B7-1BA1-40E6-84B7-964AEE88773F}" type="presParOf" srcId="{27C5B1C6-5FA3-4FD0-B138-9A71201C89BA}" destId="{C4A6C764-11E7-4394-AA1A-7845ADA0931B}" srcOrd="0" destOrd="0" presId="urn:microsoft.com/office/officeart/2005/8/layout/list1"/>
    <dgm:cxn modelId="{400FE510-0128-4F93-A182-16D15A75E31F}" type="presParOf" srcId="{27C5B1C6-5FA3-4FD0-B138-9A71201C89BA}" destId="{9DE90A11-46FF-4C87-94D9-3A2D42CA506F}" srcOrd="1" destOrd="0" presId="urn:microsoft.com/office/officeart/2005/8/layout/list1"/>
    <dgm:cxn modelId="{4E46FF84-F125-43E0-8C7E-BAA5DF806459}" type="presParOf" srcId="{BDB03D47-92E7-4A6F-ADC7-64A48D19B88A}" destId="{D129D77E-75BC-4D9B-BD9A-977FA54CB1BD}" srcOrd="5" destOrd="0" presId="urn:microsoft.com/office/officeart/2005/8/layout/list1"/>
    <dgm:cxn modelId="{4CFC8F9D-752C-4CB6-B1CA-FCBE0F570F48}" type="presParOf" srcId="{BDB03D47-92E7-4A6F-ADC7-64A48D19B88A}" destId="{95230C82-ED45-4AF5-BE57-EC8FA034500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6EDC80-5456-4BE6-A146-0386D54E656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6EBB46-8C32-4D71-9570-8364C4C4324D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vi-VN" dirty="0" err="1"/>
            <a:t>Hệ</a:t>
          </a:r>
          <a:r>
            <a:rPr lang="vi-VN" dirty="0"/>
            <a:t> </a:t>
          </a:r>
          <a:r>
            <a:rPr lang="vi-VN" dirty="0" err="1"/>
            <a:t>thống</a:t>
          </a:r>
          <a:r>
            <a:rPr lang="vi-VN" dirty="0"/>
            <a:t> </a:t>
          </a:r>
          <a:r>
            <a:rPr lang="vi-VN" dirty="0" err="1"/>
            <a:t>hỗ</a:t>
          </a:r>
          <a:r>
            <a:rPr lang="vi-VN" dirty="0"/>
            <a:t> </a:t>
          </a:r>
          <a:r>
            <a:rPr lang="vi-VN" dirty="0" err="1"/>
            <a:t>trợ</a:t>
          </a:r>
          <a:r>
            <a:rPr lang="vi-VN" dirty="0"/>
            <a:t> </a:t>
          </a:r>
          <a:r>
            <a:rPr lang="vi-VN" dirty="0" err="1"/>
            <a:t>người</a:t>
          </a:r>
          <a:r>
            <a:rPr lang="vi-VN" dirty="0"/>
            <a:t> </a:t>
          </a:r>
          <a:r>
            <a:rPr lang="vi-VN" dirty="0" err="1"/>
            <a:t>dùng</a:t>
          </a:r>
          <a:r>
            <a:rPr lang="vi-VN" dirty="0"/>
            <a:t> </a:t>
          </a:r>
          <a:r>
            <a:rPr lang="vi-VN" dirty="0" err="1"/>
            <a:t>quản</a:t>
          </a:r>
          <a:r>
            <a:rPr lang="vi-VN" dirty="0"/>
            <a:t> </a:t>
          </a:r>
          <a:r>
            <a:rPr lang="vi-VN" dirty="0" err="1"/>
            <a:t>lý</a:t>
          </a:r>
          <a:r>
            <a:rPr lang="vi-VN" dirty="0"/>
            <a:t> thu </a:t>
          </a:r>
          <a:r>
            <a:rPr lang="vi-VN" dirty="0" err="1"/>
            <a:t>nhập</a:t>
          </a:r>
          <a:r>
            <a:rPr lang="vi-VN" dirty="0"/>
            <a:t>, chi tiêu, </a:t>
          </a:r>
          <a:r>
            <a:rPr lang="vi-VN" dirty="0" err="1"/>
            <a:t>mục</a:t>
          </a:r>
          <a:r>
            <a:rPr lang="vi-VN" dirty="0"/>
            <a:t> tiêu </a:t>
          </a:r>
          <a:r>
            <a:rPr lang="vi-VN" dirty="0" err="1"/>
            <a:t>tài</a:t>
          </a:r>
          <a:r>
            <a:rPr lang="vi-VN" dirty="0"/>
            <a:t> </a:t>
          </a:r>
          <a:r>
            <a:rPr lang="vi-VN" dirty="0" err="1"/>
            <a:t>chính</a:t>
          </a:r>
          <a:r>
            <a:rPr lang="vi-VN" dirty="0"/>
            <a:t> </a:t>
          </a:r>
          <a:r>
            <a:rPr lang="vi-VN" dirty="0" err="1"/>
            <a:t>và</a:t>
          </a:r>
          <a:r>
            <a:rPr lang="vi-VN" dirty="0"/>
            <a:t> ngân </a:t>
          </a:r>
          <a:r>
            <a:rPr lang="vi-VN" dirty="0" err="1"/>
            <a:t>sách</a:t>
          </a:r>
          <a:r>
            <a:rPr lang="vi-VN" dirty="0"/>
            <a:t> </a:t>
          </a:r>
          <a:r>
            <a:rPr lang="vi-VN" dirty="0" err="1"/>
            <a:t>một</a:t>
          </a:r>
          <a:r>
            <a:rPr lang="vi-VN" dirty="0"/>
            <a:t> </a:t>
          </a:r>
          <a:r>
            <a:rPr lang="vi-VN" dirty="0" err="1"/>
            <a:t>cách</a:t>
          </a:r>
          <a:r>
            <a:rPr lang="vi-VN" dirty="0"/>
            <a:t> </a:t>
          </a:r>
          <a:r>
            <a:rPr lang="vi-VN" dirty="0" err="1"/>
            <a:t>hiệu</a:t>
          </a:r>
          <a:r>
            <a:rPr lang="vi-VN" dirty="0"/>
            <a:t> </a:t>
          </a:r>
          <a:r>
            <a:rPr lang="vi-VN" dirty="0" err="1"/>
            <a:t>quả</a:t>
          </a:r>
          <a:r>
            <a:rPr lang="vi-VN" dirty="0"/>
            <a:t>.</a:t>
          </a:r>
          <a:endParaRPr lang="en-US" dirty="0"/>
        </a:p>
      </dgm:t>
    </dgm:pt>
    <dgm:pt modelId="{EF393960-C3A2-497E-A2EE-2C51ED46AAD9}" type="parTrans" cxnId="{CE4182E1-91BF-43A4-876D-1FB930697C46}">
      <dgm:prSet/>
      <dgm:spPr/>
      <dgm:t>
        <a:bodyPr/>
        <a:lstStyle/>
        <a:p>
          <a:endParaRPr lang="en-US"/>
        </a:p>
      </dgm:t>
    </dgm:pt>
    <dgm:pt modelId="{B95CE8F3-FA81-4358-9C04-00A719CC4DAC}" type="sibTrans" cxnId="{CE4182E1-91BF-43A4-876D-1FB930697C46}">
      <dgm:prSet/>
      <dgm:spPr/>
      <dgm:t>
        <a:bodyPr/>
        <a:lstStyle/>
        <a:p>
          <a:endParaRPr lang="en-US"/>
        </a:p>
      </dgm:t>
    </dgm:pt>
    <dgm:pt modelId="{AEB73C5E-B58C-4993-93B6-BEAB2720011B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Đề tài đã xây dựng thành công hệ thống quản lý tài chính cá nhân và gia đình tích hợp AI.</a:t>
          </a:r>
        </a:p>
      </dgm:t>
    </dgm:pt>
    <dgm:pt modelId="{D7FE4186-2CFD-4ED5-993A-9AAFE5BE14A3}" type="parTrans" cxnId="{063DAA7E-0595-4EA5-B6E9-1E095E5555BA}">
      <dgm:prSet/>
      <dgm:spPr/>
      <dgm:t>
        <a:bodyPr/>
        <a:lstStyle/>
        <a:p>
          <a:endParaRPr lang="en-US"/>
        </a:p>
      </dgm:t>
    </dgm:pt>
    <dgm:pt modelId="{4BEBA245-9F37-4240-83F9-4DDAFA3724EA}" type="sibTrans" cxnId="{063DAA7E-0595-4EA5-B6E9-1E095E5555BA}">
      <dgm:prSet/>
      <dgm:spPr/>
      <dgm:t>
        <a:bodyPr/>
        <a:lstStyle/>
        <a:p>
          <a:endParaRPr lang="en-US"/>
        </a:p>
      </dgm:t>
    </dgm:pt>
    <dgm:pt modelId="{A12CA0C6-C48C-4210-8FB0-B3CB720AE606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Việc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AI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góp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phần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nâng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cao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khả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năng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ra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quyết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427A5D3A-5AE0-45FE-BC4E-711F57D751EF}" type="parTrans" cxnId="{884A6EF2-7A95-4B45-82AC-8CBD83BF67B8}">
      <dgm:prSet/>
      <dgm:spPr/>
      <dgm:t>
        <a:bodyPr/>
        <a:lstStyle/>
        <a:p>
          <a:endParaRPr lang="en-US"/>
        </a:p>
      </dgm:t>
    </dgm:pt>
    <dgm:pt modelId="{CD6F5904-3A67-48CE-92C4-569543471BE8}" type="sibTrans" cxnId="{884A6EF2-7A95-4B45-82AC-8CBD83BF67B8}">
      <dgm:prSet/>
      <dgm:spPr/>
      <dgm:t>
        <a:bodyPr/>
        <a:lstStyle/>
        <a:p>
          <a:endParaRPr lang="en-US"/>
        </a:p>
      </dgm:t>
    </dgm:pt>
    <dgm:pt modelId="{913BE973-6F90-470C-ACF0-599F779268DA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vi-VN" dirty="0" err="1"/>
            <a:t>Kết</a:t>
          </a:r>
          <a:r>
            <a:rPr lang="vi-VN" dirty="0"/>
            <a:t> </a:t>
          </a:r>
          <a:r>
            <a:rPr lang="vi-VN" dirty="0" err="1"/>
            <a:t>quả</a:t>
          </a:r>
          <a:r>
            <a:rPr lang="vi-VN" dirty="0"/>
            <a:t> </a:t>
          </a:r>
          <a:r>
            <a:rPr lang="vi-VN" dirty="0" err="1"/>
            <a:t>đạt</a:t>
          </a:r>
          <a:r>
            <a:rPr lang="vi-VN" dirty="0"/>
            <a:t> </a:t>
          </a:r>
          <a:r>
            <a:rPr lang="vi-VN" dirty="0" err="1"/>
            <a:t>được</a:t>
          </a:r>
          <a:r>
            <a:rPr lang="vi-VN" dirty="0"/>
            <a:t> </a:t>
          </a:r>
          <a:r>
            <a:rPr lang="vi-VN" dirty="0" err="1"/>
            <a:t>là</a:t>
          </a:r>
          <a:r>
            <a:rPr lang="vi-VN" dirty="0"/>
            <a:t> </a:t>
          </a:r>
          <a:r>
            <a:rPr lang="vi-VN" dirty="0" err="1"/>
            <a:t>nền</a:t>
          </a:r>
          <a:r>
            <a:rPr lang="vi-VN" dirty="0"/>
            <a:t> </a:t>
          </a:r>
          <a:r>
            <a:rPr lang="vi-VN" dirty="0" err="1"/>
            <a:t>tảng</a:t>
          </a:r>
          <a:r>
            <a:rPr lang="vi-VN" dirty="0"/>
            <a:t> </a:t>
          </a:r>
          <a:r>
            <a:rPr lang="vi-VN" dirty="0" err="1"/>
            <a:t>để</a:t>
          </a:r>
          <a:r>
            <a:rPr lang="vi-VN" dirty="0"/>
            <a:t> </a:t>
          </a:r>
          <a:r>
            <a:rPr lang="vi-VN" dirty="0" err="1"/>
            <a:t>tiếp</a:t>
          </a:r>
          <a:r>
            <a:rPr lang="vi-VN" dirty="0"/>
            <a:t> </a:t>
          </a:r>
          <a:r>
            <a:rPr lang="vi-VN" dirty="0" err="1"/>
            <a:t>tục</a:t>
          </a:r>
          <a:r>
            <a:rPr lang="vi-VN" dirty="0"/>
            <a:t> </a:t>
          </a:r>
          <a:r>
            <a:rPr lang="vi-VN" dirty="0" err="1"/>
            <a:t>phát</a:t>
          </a:r>
          <a:r>
            <a:rPr lang="vi-VN" dirty="0"/>
            <a:t> </a:t>
          </a:r>
          <a:r>
            <a:rPr lang="vi-VN" dirty="0" err="1"/>
            <a:t>triển</a:t>
          </a:r>
          <a:r>
            <a:rPr lang="vi-VN" dirty="0"/>
            <a:t> </a:t>
          </a:r>
          <a:r>
            <a:rPr lang="vi-VN" dirty="0" err="1"/>
            <a:t>các</a:t>
          </a:r>
          <a:r>
            <a:rPr lang="vi-VN" dirty="0"/>
            <a:t> </a:t>
          </a:r>
          <a:r>
            <a:rPr lang="vi-VN" dirty="0" err="1"/>
            <a:t>chức</a:t>
          </a:r>
          <a:r>
            <a:rPr lang="vi-VN" dirty="0"/>
            <a:t> năng nâng cao trong tương lai.</a:t>
          </a:r>
          <a:endParaRPr lang="en-US" dirty="0"/>
        </a:p>
      </dgm:t>
    </dgm:pt>
    <dgm:pt modelId="{2A89EA2B-104C-4E2C-BC57-9D3A4AA1FF04}" type="parTrans" cxnId="{60FE9236-3044-4EA6-B3BA-B597B30785BC}">
      <dgm:prSet/>
      <dgm:spPr/>
      <dgm:t>
        <a:bodyPr/>
        <a:lstStyle/>
        <a:p>
          <a:endParaRPr lang="en-US"/>
        </a:p>
      </dgm:t>
    </dgm:pt>
    <dgm:pt modelId="{42B5A9B6-AF03-4227-90E5-0F6D9FE5C72D}" type="sibTrans" cxnId="{60FE9236-3044-4EA6-B3BA-B597B30785BC}">
      <dgm:prSet/>
      <dgm:spPr/>
      <dgm:t>
        <a:bodyPr/>
        <a:lstStyle/>
        <a:p>
          <a:endParaRPr lang="en-US"/>
        </a:p>
      </dgm:t>
    </dgm:pt>
    <dgm:pt modelId="{90781A86-6574-4438-AE68-446060E9A86D}" type="pres">
      <dgm:prSet presAssocID="{D96EDC80-5456-4BE6-A146-0386D54E65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F30630-BBE3-4AEE-842A-B6E194C7BFBB}" type="pres">
      <dgm:prSet presAssocID="{5D6EBB46-8C32-4D71-9570-8364C4C4324D}" presName="hierRoot1" presStyleCnt="0"/>
      <dgm:spPr/>
    </dgm:pt>
    <dgm:pt modelId="{55EFFA90-4868-4E85-ABDA-14E94ED6E71E}" type="pres">
      <dgm:prSet presAssocID="{5D6EBB46-8C32-4D71-9570-8364C4C4324D}" presName="composite" presStyleCnt="0"/>
      <dgm:spPr/>
    </dgm:pt>
    <dgm:pt modelId="{EA63FACC-1DD7-4340-B334-8FC06DFBA35F}" type="pres">
      <dgm:prSet presAssocID="{5D6EBB46-8C32-4D71-9570-8364C4C4324D}" presName="background" presStyleLbl="node0" presStyleIdx="0" presStyleCnt="4"/>
      <dgm:spPr/>
    </dgm:pt>
    <dgm:pt modelId="{94774B67-41C5-4147-B085-18D12B563BD9}" type="pres">
      <dgm:prSet presAssocID="{5D6EBB46-8C32-4D71-9570-8364C4C4324D}" presName="text" presStyleLbl="fgAcc0" presStyleIdx="0" presStyleCnt="4" custScaleX="115782" custScaleY="153011" custLinFactX="30998" custLinFactNeighborX="100000" custLinFactNeighborY="5789">
        <dgm:presLayoutVars>
          <dgm:chPref val="3"/>
        </dgm:presLayoutVars>
      </dgm:prSet>
      <dgm:spPr/>
    </dgm:pt>
    <dgm:pt modelId="{53CD1940-B8DD-4271-AB6E-FFF6A5F31036}" type="pres">
      <dgm:prSet presAssocID="{5D6EBB46-8C32-4D71-9570-8364C4C4324D}" presName="hierChild2" presStyleCnt="0"/>
      <dgm:spPr/>
    </dgm:pt>
    <dgm:pt modelId="{F8D01E1A-DA96-49E2-85D7-12FCBB23A622}" type="pres">
      <dgm:prSet presAssocID="{AEB73C5E-B58C-4993-93B6-BEAB2720011B}" presName="hierRoot1" presStyleCnt="0"/>
      <dgm:spPr/>
    </dgm:pt>
    <dgm:pt modelId="{4BF7EC07-1C39-498D-A9AD-C05162A48186}" type="pres">
      <dgm:prSet presAssocID="{AEB73C5E-B58C-4993-93B6-BEAB2720011B}" presName="composite" presStyleCnt="0"/>
      <dgm:spPr/>
    </dgm:pt>
    <dgm:pt modelId="{487D2BFF-8AB4-426B-A17F-ADF716C414D4}" type="pres">
      <dgm:prSet presAssocID="{AEB73C5E-B58C-4993-93B6-BEAB2720011B}" presName="background" presStyleLbl="node0" presStyleIdx="1" presStyleCnt="4"/>
      <dgm:spPr/>
    </dgm:pt>
    <dgm:pt modelId="{46006FFC-EFDC-4D88-A8A7-FBFFF1CEC4A4}" type="pres">
      <dgm:prSet presAssocID="{AEB73C5E-B58C-4993-93B6-BEAB2720011B}" presName="text" presStyleLbl="fgAcc0" presStyleIdx="1" presStyleCnt="4" custScaleY="147468" custLinFactX="-28206" custLinFactNeighborX="-100000" custLinFactNeighborY="5789">
        <dgm:presLayoutVars>
          <dgm:chPref val="3"/>
        </dgm:presLayoutVars>
      </dgm:prSet>
      <dgm:spPr/>
    </dgm:pt>
    <dgm:pt modelId="{EDA90DF7-38BD-4139-A451-CFDAFC1A85DF}" type="pres">
      <dgm:prSet presAssocID="{AEB73C5E-B58C-4993-93B6-BEAB2720011B}" presName="hierChild2" presStyleCnt="0"/>
      <dgm:spPr/>
    </dgm:pt>
    <dgm:pt modelId="{467E3924-5F43-4D71-BA9F-E3ADD0DECCF6}" type="pres">
      <dgm:prSet presAssocID="{A12CA0C6-C48C-4210-8FB0-B3CB720AE606}" presName="hierRoot1" presStyleCnt="0"/>
      <dgm:spPr/>
    </dgm:pt>
    <dgm:pt modelId="{377DF4E6-AEA5-4EEE-BF1E-81C9983E0FBF}" type="pres">
      <dgm:prSet presAssocID="{A12CA0C6-C48C-4210-8FB0-B3CB720AE606}" presName="composite" presStyleCnt="0"/>
      <dgm:spPr/>
    </dgm:pt>
    <dgm:pt modelId="{44B46BF0-D3D8-49D8-A361-7067350A8185}" type="pres">
      <dgm:prSet presAssocID="{A12CA0C6-C48C-4210-8FB0-B3CB720AE606}" presName="background" presStyleLbl="node0" presStyleIdx="2" presStyleCnt="4"/>
      <dgm:spPr/>
    </dgm:pt>
    <dgm:pt modelId="{78A83D5A-71DA-4FCC-A180-93CB45626B43}" type="pres">
      <dgm:prSet presAssocID="{A12CA0C6-C48C-4210-8FB0-B3CB720AE606}" presName="text" presStyleLbl="fgAcc0" presStyleIdx="2" presStyleCnt="4" custScaleY="158554" custLinFactNeighborX="10308" custLinFactNeighborY="5789">
        <dgm:presLayoutVars>
          <dgm:chPref val="3"/>
        </dgm:presLayoutVars>
      </dgm:prSet>
      <dgm:spPr/>
    </dgm:pt>
    <dgm:pt modelId="{4E2DC848-D525-47EB-AB32-349BF956A1D1}" type="pres">
      <dgm:prSet presAssocID="{A12CA0C6-C48C-4210-8FB0-B3CB720AE606}" presName="hierChild2" presStyleCnt="0"/>
      <dgm:spPr/>
    </dgm:pt>
    <dgm:pt modelId="{9C324078-3D31-4363-BD85-8549A6EF4444}" type="pres">
      <dgm:prSet presAssocID="{913BE973-6F90-470C-ACF0-599F779268DA}" presName="hierRoot1" presStyleCnt="0"/>
      <dgm:spPr/>
    </dgm:pt>
    <dgm:pt modelId="{1DBD3F12-CEC1-40EC-ABE7-AD68F8EE8804}" type="pres">
      <dgm:prSet presAssocID="{913BE973-6F90-470C-ACF0-599F779268DA}" presName="composite" presStyleCnt="0"/>
      <dgm:spPr/>
    </dgm:pt>
    <dgm:pt modelId="{0BBA2F13-4BCE-4B17-8B79-5000C7B2BB84}" type="pres">
      <dgm:prSet presAssocID="{913BE973-6F90-470C-ACF0-599F779268DA}" presName="background" presStyleLbl="node0" presStyleIdx="3" presStyleCnt="4"/>
      <dgm:spPr/>
    </dgm:pt>
    <dgm:pt modelId="{46F6AB75-5F9E-42AA-83A7-7B142D3626C4}" type="pres">
      <dgm:prSet presAssocID="{913BE973-6F90-470C-ACF0-599F779268DA}" presName="text" presStyleLbl="fgAcc0" presStyleIdx="3" presStyleCnt="4" custScaleY="153598" custLinFactNeighborX="9745" custLinFactNeighborY="5789">
        <dgm:presLayoutVars>
          <dgm:chPref val="3"/>
        </dgm:presLayoutVars>
      </dgm:prSet>
      <dgm:spPr/>
    </dgm:pt>
    <dgm:pt modelId="{6FF9A93A-B2D3-45B6-AF2E-89949FE403A6}" type="pres">
      <dgm:prSet presAssocID="{913BE973-6F90-470C-ACF0-599F779268DA}" presName="hierChild2" presStyleCnt="0"/>
      <dgm:spPr/>
    </dgm:pt>
  </dgm:ptLst>
  <dgm:cxnLst>
    <dgm:cxn modelId="{ADD5A12C-46DE-4AED-A5AE-60230DCD8B4D}" type="presOf" srcId="{5D6EBB46-8C32-4D71-9570-8364C4C4324D}" destId="{94774B67-41C5-4147-B085-18D12B563BD9}" srcOrd="0" destOrd="0" presId="urn:microsoft.com/office/officeart/2005/8/layout/hierarchy1"/>
    <dgm:cxn modelId="{60FE9236-3044-4EA6-B3BA-B597B30785BC}" srcId="{D96EDC80-5456-4BE6-A146-0386D54E6560}" destId="{913BE973-6F90-470C-ACF0-599F779268DA}" srcOrd="3" destOrd="0" parTransId="{2A89EA2B-104C-4E2C-BC57-9D3A4AA1FF04}" sibTransId="{42B5A9B6-AF03-4227-90E5-0F6D9FE5C72D}"/>
    <dgm:cxn modelId="{60A9F73D-39DB-4B3C-BC49-C8BFF498CF5E}" type="presOf" srcId="{A12CA0C6-C48C-4210-8FB0-B3CB720AE606}" destId="{78A83D5A-71DA-4FCC-A180-93CB45626B43}" srcOrd="0" destOrd="0" presId="urn:microsoft.com/office/officeart/2005/8/layout/hierarchy1"/>
    <dgm:cxn modelId="{49C5073F-35B0-49B9-A481-18DB61A36B30}" type="presOf" srcId="{D96EDC80-5456-4BE6-A146-0386D54E6560}" destId="{90781A86-6574-4438-AE68-446060E9A86D}" srcOrd="0" destOrd="0" presId="urn:microsoft.com/office/officeart/2005/8/layout/hierarchy1"/>
    <dgm:cxn modelId="{063DAA7E-0595-4EA5-B6E9-1E095E5555BA}" srcId="{D96EDC80-5456-4BE6-A146-0386D54E6560}" destId="{AEB73C5E-B58C-4993-93B6-BEAB2720011B}" srcOrd="1" destOrd="0" parTransId="{D7FE4186-2CFD-4ED5-993A-9AAFE5BE14A3}" sibTransId="{4BEBA245-9F37-4240-83F9-4DDAFA3724EA}"/>
    <dgm:cxn modelId="{798C6192-8600-4253-A01F-7BEEFDD9D9F4}" type="presOf" srcId="{AEB73C5E-B58C-4993-93B6-BEAB2720011B}" destId="{46006FFC-EFDC-4D88-A8A7-FBFFF1CEC4A4}" srcOrd="0" destOrd="0" presId="urn:microsoft.com/office/officeart/2005/8/layout/hierarchy1"/>
    <dgm:cxn modelId="{818B9FB3-CD69-49E9-BEC8-4E22BB8D3647}" type="presOf" srcId="{913BE973-6F90-470C-ACF0-599F779268DA}" destId="{46F6AB75-5F9E-42AA-83A7-7B142D3626C4}" srcOrd="0" destOrd="0" presId="urn:microsoft.com/office/officeart/2005/8/layout/hierarchy1"/>
    <dgm:cxn modelId="{CE4182E1-91BF-43A4-876D-1FB930697C46}" srcId="{D96EDC80-5456-4BE6-A146-0386D54E6560}" destId="{5D6EBB46-8C32-4D71-9570-8364C4C4324D}" srcOrd="0" destOrd="0" parTransId="{EF393960-C3A2-497E-A2EE-2C51ED46AAD9}" sibTransId="{B95CE8F3-FA81-4358-9C04-00A719CC4DAC}"/>
    <dgm:cxn modelId="{884A6EF2-7A95-4B45-82AC-8CBD83BF67B8}" srcId="{D96EDC80-5456-4BE6-A146-0386D54E6560}" destId="{A12CA0C6-C48C-4210-8FB0-B3CB720AE606}" srcOrd="2" destOrd="0" parTransId="{427A5D3A-5AE0-45FE-BC4E-711F57D751EF}" sibTransId="{CD6F5904-3A67-48CE-92C4-569543471BE8}"/>
    <dgm:cxn modelId="{B1DE74FF-3CBF-4FA1-AB37-88EAFA47838C}" type="presParOf" srcId="{90781A86-6574-4438-AE68-446060E9A86D}" destId="{18F30630-BBE3-4AEE-842A-B6E194C7BFBB}" srcOrd="0" destOrd="0" presId="urn:microsoft.com/office/officeart/2005/8/layout/hierarchy1"/>
    <dgm:cxn modelId="{90D09AFF-1E9B-42A9-B584-E70237AD0208}" type="presParOf" srcId="{18F30630-BBE3-4AEE-842A-B6E194C7BFBB}" destId="{55EFFA90-4868-4E85-ABDA-14E94ED6E71E}" srcOrd="0" destOrd="0" presId="urn:microsoft.com/office/officeart/2005/8/layout/hierarchy1"/>
    <dgm:cxn modelId="{24DA3286-8DDE-4581-A631-69A40AF03F2D}" type="presParOf" srcId="{55EFFA90-4868-4E85-ABDA-14E94ED6E71E}" destId="{EA63FACC-1DD7-4340-B334-8FC06DFBA35F}" srcOrd="0" destOrd="0" presId="urn:microsoft.com/office/officeart/2005/8/layout/hierarchy1"/>
    <dgm:cxn modelId="{EC213080-3AB0-42A3-B6D6-841E90C1AC2A}" type="presParOf" srcId="{55EFFA90-4868-4E85-ABDA-14E94ED6E71E}" destId="{94774B67-41C5-4147-B085-18D12B563BD9}" srcOrd="1" destOrd="0" presId="urn:microsoft.com/office/officeart/2005/8/layout/hierarchy1"/>
    <dgm:cxn modelId="{8A791B50-DDC2-404A-88AD-522B9A0599FB}" type="presParOf" srcId="{18F30630-BBE3-4AEE-842A-B6E194C7BFBB}" destId="{53CD1940-B8DD-4271-AB6E-FFF6A5F31036}" srcOrd="1" destOrd="0" presId="urn:microsoft.com/office/officeart/2005/8/layout/hierarchy1"/>
    <dgm:cxn modelId="{BEECA0C5-D3A0-4546-990F-DD679A74380A}" type="presParOf" srcId="{90781A86-6574-4438-AE68-446060E9A86D}" destId="{F8D01E1A-DA96-49E2-85D7-12FCBB23A622}" srcOrd="1" destOrd="0" presId="urn:microsoft.com/office/officeart/2005/8/layout/hierarchy1"/>
    <dgm:cxn modelId="{24CBB4DD-63EA-4A4E-B58D-D05A17BB6670}" type="presParOf" srcId="{F8D01E1A-DA96-49E2-85D7-12FCBB23A622}" destId="{4BF7EC07-1C39-498D-A9AD-C05162A48186}" srcOrd="0" destOrd="0" presId="urn:microsoft.com/office/officeart/2005/8/layout/hierarchy1"/>
    <dgm:cxn modelId="{D4A4E0EA-7C99-44A9-8414-3CCB23DEC5A1}" type="presParOf" srcId="{4BF7EC07-1C39-498D-A9AD-C05162A48186}" destId="{487D2BFF-8AB4-426B-A17F-ADF716C414D4}" srcOrd="0" destOrd="0" presId="urn:microsoft.com/office/officeart/2005/8/layout/hierarchy1"/>
    <dgm:cxn modelId="{AD142597-2E6A-45F5-B561-A5B2A9404501}" type="presParOf" srcId="{4BF7EC07-1C39-498D-A9AD-C05162A48186}" destId="{46006FFC-EFDC-4D88-A8A7-FBFFF1CEC4A4}" srcOrd="1" destOrd="0" presId="urn:microsoft.com/office/officeart/2005/8/layout/hierarchy1"/>
    <dgm:cxn modelId="{F67A070C-51BC-4E15-AA9A-9D6BD6DA2858}" type="presParOf" srcId="{F8D01E1A-DA96-49E2-85D7-12FCBB23A622}" destId="{EDA90DF7-38BD-4139-A451-CFDAFC1A85DF}" srcOrd="1" destOrd="0" presId="urn:microsoft.com/office/officeart/2005/8/layout/hierarchy1"/>
    <dgm:cxn modelId="{EE2C0BF2-EB31-424B-B1C1-95523A4BF047}" type="presParOf" srcId="{90781A86-6574-4438-AE68-446060E9A86D}" destId="{467E3924-5F43-4D71-BA9F-E3ADD0DECCF6}" srcOrd="2" destOrd="0" presId="urn:microsoft.com/office/officeart/2005/8/layout/hierarchy1"/>
    <dgm:cxn modelId="{BB822AEB-47CB-4AD7-A41C-620D70904B10}" type="presParOf" srcId="{467E3924-5F43-4D71-BA9F-E3ADD0DECCF6}" destId="{377DF4E6-AEA5-4EEE-BF1E-81C9983E0FBF}" srcOrd="0" destOrd="0" presId="urn:microsoft.com/office/officeart/2005/8/layout/hierarchy1"/>
    <dgm:cxn modelId="{96B3F539-4606-439C-B262-BE25093700CC}" type="presParOf" srcId="{377DF4E6-AEA5-4EEE-BF1E-81C9983E0FBF}" destId="{44B46BF0-D3D8-49D8-A361-7067350A8185}" srcOrd="0" destOrd="0" presId="urn:microsoft.com/office/officeart/2005/8/layout/hierarchy1"/>
    <dgm:cxn modelId="{ED51EF1F-170C-4360-B9C2-1550EE21ADE3}" type="presParOf" srcId="{377DF4E6-AEA5-4EEE-BF1E-81C9983E0FBF}" destId="{78A83D5A-71DA-4FCC-A180-93CB45626B43}" srcOrd="1" destOrd="0" presId="urn:microsoft.com/office/officeart/2005/8/layout/hierarchy1"/>
    <dgm:cxn modelId="{4B2A71E8-A615-472A-A416-22D566721262}" type="presParOf" srcId="{467E3924-5F43-4D71-BA9F-E3ADD0DECCF6}" destId="{4E2DC848-D525-47EB-AB32-349BF956A1D1}" srcOrd="1" destOrd="0" presId="urn:microsoft.com/office/officeart/2005/8/layout/hierarchy1"/>
    <dgm:cxn modelId="{42A38ACB-F6A4-4EA6-8F5F-B5EFABF830CA}" type="presParOf" srcId="{90781A86-6574-4438-AE68-446060E9A86D}" destId="{9C324078-3D31-4363-BD85-8549A6EF4444}" srcOrd="3" destOrd="0" presId="urn:microsoft.com/office/officeart/2005/8/layout/hierarchy1"/>
    <dgm:cxn modelId="{F0BFF36E-3D78-425D-BDFD-1DC8E0134247}" type="presParOf" srcId="{9C324078-3D31-4363-BD85-8549A6EF4444}" destId="{1DBD3F12-CEC1-40EC-ABE7-AD68F8EE8804}" srcOrd="0" destOrd="0" presId="urn:microsoft.com/office/officeart/2005/8/layout/hierarchy1"/>
    <dgm:cxn modelId="{0BB7AE4C-7384-4552-87FB-D171B2B2C659}" type="presParOf" srcId="{1DBD3F12-CEC1-40EC-ABE7-AD68F8EE8804}" destId="{0BBA2F13-4BCE-4B17-8B79-5000C7B2BB84}" srcOrd="0" destOrd="0" presId="urn:microsoft.com/office/officeart/2005/8/layout/hierarchy1"/>
    <dgm:cxn modelId="{0FF072C9-0226-4B22-816D-B69873863712}" type="presParOf" srcId="{1DBD3F12-CEC1-40EC-ABE7-AD68F8EE8804}" destId="{46F6AB75-5F9E-42AA-83A7-7B142D3626C4}" srcOrd="1" destOrd="0" presId="urn:microsoft.com/office/officeart/2005/8/layout/hierarchy1"/>
    <dgm:cxn modelId="{99A25D14-1E05-4D2B-BE72-008C2D8F4427}" type="presParOf" srcId="{9C324078-3D31-4363-BD85-8549A6EF4444}" destId="{6FF9A93A-B2D3-45B6-AF2E-89949FE403A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AA7FF-E2EF-4A5C-8A6C-39967C3D42F6}">
      <dsp:nvSpPr>
        <dsp:cNvPr id="0" name=""/>
        <dsp:cNvSpPr/>
      </dsp:nvSpPr>
      <dsp:spPr>
        <a:xfrm rot="5400000">
          <a:off x="6216504" y="-3327771"/>
          <a:ext cx="1059320" cy="7794517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Bối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cảnh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đề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848906" y="91539"/>
        <a:ext cx="7742805" cy="955896"/>
      </dsp:txXfrm>
    </dsp:sp>
    <dsp:sp modelId="{878CFC51-EF2C-4ABC-AC3F-C0001287C09A}">
      <dsp:nvSpPr>
        <dsp:cNvPr id="0" name=""/>
        <dsp:cNvSpPr/>
      </dsp:nvSpPr>
      <dsp:spPr>
        <a:xfrm>
          <a:off x="1535510" y="1718"/>
          <a:ext cx="1313395" cy="1135539"/>
        </a:xfrm>
        <a:prstGeom prst="round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1</a:t>
          </a:r>
          <a:r>
            <a:rPr lang="vi-VN" sz="3900" kern="1200"/>
            <a:t>.</a:t>
          </a:r>
          <a:endParaRPr lang="en-US" sz="3900" kern="1200"/>
        </a:p>
      </dsp:txBody>
      <dsp:txXfrm>
        <a:off x="1590942" y="57150"/>
        <a:ext cx="1202531" cy="1024675"/>
      </dsp:txXfrm>
    </dsp:sp>
    <dsp:sp modelId="{554AA11A-6849-414D-9A9E-F324DA443212}">
      <dsp:nvSpPr>
        <dsp:cNvPr id="0" name=""/>
        <dsp:cNvSpPr/>
      </dsp:nvSpPr>
      <dsp:spPr>
        <a:xfrm rot="5400000">
          <a:off x="6216504" y="-2154116"/>
          <a:ext cx="1059320" cy="7794517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Đối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tượng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chức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năng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848906" y="1265194"/>
        <a:ext cx="7742805" cy="955896"/>
      </dsp:txXfrm>
    </dsp:sp>
    <dsp:sp modelId="{B6D58A57-108C-432F-BCBE-ADAAC4812B42}">
      <dsp:nvSpPr>
        <dsp:cNvPr id="0" name=""/>
        <dsp:cNvSpPr/>
      </dsp:nvSpPr>
      <dsp:spPr>
        <a:xfrm>
          <a:off x="1535510" y="1203464"/>
          <a:ext cx="1313395" cy="1079355"/>
        </a:xfrm>
        <a:prstGeom prst="roundRect">
          <a:avLst/>
        </a:prstGeom>
        <a:solidFill>
          <a:schemeClr val="accent5">
            <a:shade val="50000"/>
            <a:hueOff val="133703"/>
            <a:satOff val="3582"/>
            <a:lumOff val="157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2.</a:t>
          </a:r>
          <a:endParaRPr lang="en-US" sz="2600" kern="1200"/>
        </a:p>
      </dsp:txBody>
      <dsp:txXfrm>
        <a:off x="1588200" y="1256154"/>
        <a:ext cx="1208015" cy="973975"/>
      </dsp:txXfrm>
    </dsp:sp>
    <dsp:sp modelId="{D22D94FF-AAA8-40C9-B822-9FB873BB820F}">
      <dsp:nvSpPr>
        <dsp:cNvPr id="0" name=""/>
        <dsp:cNvSpPr/>
      </dsp:nvSpPr>
      <dsp:spPr>
        <a:xfrm rot="5400000">
          <a:off x="6216504" y="-1018140"/>
          <a:ext cx="1059320" cy="7794517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Hiện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thực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848906" y="2401170"/>
        <a:ext cx="7742805" cy="955896"/>
      </dsp:txXfrm>
    </dsp:sp>
    <dsp:sp modelId="{4B3C770F-D2AE-43FE-9C67-6916341107AB}">
      <dsp:nvSpPr>
        <dsp:cNvPr id="0" name=""/>
        <dsp:cNvSpPr/>
      </dsp:nvSpPr>
      <dsp:spPr>
        <a:xfrm>
          <a:off x="1535510" y="2349027"/>
          <a:ext cx="1313395" cy="1060181"/>
        </a:xfrm>
        <a:prstGeom prst="roundRect">
          <a:avLst/>
        </a:prstGeom>
        <a:solidFill>
          <a:schemeClr val="accent5">
            <a:shade val="50000"/>
            <a:hueOff val="267407"/>
            <a:satOff val="7164"/>
            <a:lumOff val="315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3.</a:t>
          </a:r>
          <a:endParaRPr lang="en-US" sz="2600" kern="1200"/>
        </a:p>
      </dsp:txBody>
      <dsp:txXfrm>
        <a:off x="1587264" y="2400781"/>
        <a:ext cx="1209887" cy="956673"/>
      </dsp:txXfrm>
    </dsp:sp>
    <dsp:sp modelId="{317F480A-8C33-40F9-9F77-C7CC13E17C89}">
      <dsp:nvSpPr>
        <dsp:cNvPr id="0" name=""/>
        <dsp:cNvSpPr/>
      </dsp:nvSpPr>
      <dsp:spPr>
        <a:xfrm rot="5400000">
          <a:off x="6215627" y="107818"/>
          <a:ext cx="1059320" cy="7794517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quả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đánh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giá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848029" y="3527128"/>
        <a:ext cx="7742805" cy="955896"/>
      </dsp:txXfrm>
    </dsp:sp>
    <dsp:sp modelId="{D3C3D0CC-92EA-46A0-84EB-37F73817F3B9}">
      <dsp:nvSpPr>
        <dsp:cNvPr id="0" name=""/>
        <dsp:cNvSpPr/>
      </dsp:nvSpPr>
      <dsp:spPr>
        <a:xfrm>
          <a:off x="1535510" y="3481494"/>
          <a:ext cx="1312518" cy="1047165"/>
        </a:xfrm>
        <a:prstGeom prst="roundRect">
          <a:avLst/>
        </a:prstGeom>
        <a:solidFill>
          <a:schemeClr val="accent5">
            <a:shade val="50000"/>
            <a:hueOff val="267407"/>
            <a:satOff val="7164"/>
            <a:lumOff val="315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4. </a:t>
          </a:r>
          <a:endParaRPr lang="en-US" sz="2600" kern="1200"/>
        </a:p>
      </dsp:txBody>
      <dsp:txXfrm>
        <a:off x="1586628" y="3532612"/>
        <a:ext cx="1210282" cy="944929"/>
      </dsp:txXfrm>
    </dsp:sp>
    <dsp:sp modelId="{DEC6C39A-A127-4485-81F4-BF2F323C2A77}">
      <dsp:nvSpPr>
        <dsp:cNvPr id="0" name=""/>
        <dsp:cNvSpPr/>
      </dsp:nvSpPr>
      <dsp:spPr>
        <a:xfrm rot="5400000">
          <a:off x="6257151" y="1242000"/>
          <a:ext cx="926640" cy="7794517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luận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hướng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phát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823213" y="4721174"/>
        <a:ext cx="7749282" cy="836170"/>
      </dsp:txXfrm>
    </dsp:sp>
    <dsp:sp modelId="{94F87D9D-C374-480F-A9D5-6BAE9E1D24D7}">
      <dsp:nvSpPr>
        <dsp:cNvPr id="0" name=""/>
        <dsp:cNvSpPr/>
      </dsp:nvSpPr>
      <dsp:spPr>
        <a:xfrm>
          <a:off x="1577132" y="4602663"/>
          <a:ext cx="1287703" cy="1076627"/>
        </a:xfrm>
        <a:prstGeom prst="roundRect">
          <a:avLst/>
        </a:prstGeom>
        <a:solidFill>
          <a:schemeClr val="accent5">
            <a:shade val="50000"/>
            <a:hueOff val="133703"/>
            <a:satOff val="3582"/>
            <a:lumOff val="157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 dirty="0"/>
            <a:t>5. </a:t>
          </a:r>
          <a:endParaRPr lang="en-US" sz="2600" kern="1200" dirty="0"/>
        </a:p>
      </dsp:txBody>
      <dsp:txXfrm>
        <a:off x="1629689" y="4655220"/>
        <a:ext cx="1182589" cy="9715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7796F-E6A3-45E2-A27C-54913AD34F98}">
      <dsp:nvSpPr>
        <dsp:cNvPr id="0" name=""/>
        <dsp:cNvSpPr/>
      </dsp:nvSpPr>
      <dsp:spPr>
        <a:xfrm>
          <a:off x="0" y="384"/>
          <a:ext cx="11031748" cy="9565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400" kern="1200" dirty="0" err="1">
              <a:latin typeface="+mn-lt"/>
            </a:rPr>
            <a:t>Từ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thực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tế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đó</a:t>
          </a:r>
          <a:r>
            <a:rPr lang="vi-VN" sz="2400" kern="1200" dirty="0">
              <a:latin typeface="+mn-lt"/>
            </a:rPr>
            <a:t>, </a:t>
          </a:r>
          <a:r>
            <a:rPr lang="en-US" sz="2400" kern="1200" dirty="0" err="1">
              <a:latin typeface="+mn-lt"/>
            </a:rPr>
            <a:t>việc</a:t>
          </a:r>
          <a:r>
            <a:rPr lang="en-US" sz="2400" kern="1200" dirty="0">
              <a:latin typeface="+mn-lt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xây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dựng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một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hệ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thống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quản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lý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tài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chính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cá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nhân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và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gia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đình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trực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quan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,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dễ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sử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dụng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và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tích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hợp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AI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là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rất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cần</a:t>
          </a:r>
          <a:r>
            <a:rPr lang="en-US" sz="2400" kern="1200" dirty="0">
              <a:latin typeface="+mn-lt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+mn-lt"/>
              <a:cs typeface="Arial" panose="020B0604020202020204" pitchFamily="34" charset="0"/>
            </a:rPr>
            <a:t>thiết</a:t>
          </a:r>
          <a:r>
            <a:rPr lang="vi-VN" sz="2400" kern="1200" dirty="0">
              <a:latin typeface="+mn-lt"/>
            </a:rPr>
            <a:t>.</a:t>
          </a:r>
          <a:endParaRPr lang="en-US" sz="2400" kern="1200" dirty="0">
            <a:latin typeface="+mn-lt"/>
          </a:endParaRPr>
        </a:p>
      </dsp:txBody>
      <dsp:txXfrm>
        <a:off x="46697" y="47081"/>
        <a:ext cx="10938354" cy="8631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0A33C-85E6-41F4-98E8-82BF08AFBDFF}">
      <dsp:nvSpPr>
        <dsp:cNvPr id="0" name=""/>
        <dsp:cNvSpPr/>
      </dsp:nvSpPr>
      <dsp:spPr>
        <a:xfrm>
          <a:off x="0" y="192228"/>
          <a:ext cx="11238249" cy="1455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2213" tIns="229108" rIns="87221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Nhu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cầu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cá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nhân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gia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đình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ngày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càng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tăng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vi-VN" sz="2400" b="0" kern="1200" dirty="0" err="1"/>
            <a:t>Nhiều</a:t>
          </a:r>
          <a:r>
            <a:rPr lang="vi-VN" sz="2400" b="0" kern="1200" dirty="0"/>
            <a:t> </a:t>
          </a:r>
          <a:r>
            <a:rPr lang="vi-VN" sz="2400" b="0" kern="1200" dirty="0" err="1"/>
            <a:t>người</a:t>
          </a:r>
          <a:r>
            <a:rPr lang="vi-VN" sz="2400" b="0" kern="1200" dirty="0"/>
            <a:t> </a:t>
          </a:r>
          <a:r>
            <a:rPr lang="vi-VN" sz="2400" b="0" kern="1200" dirty="0" err="1"/>
            <a:t>vẫn</a:t>
          </a:r>
          <a:r>
            <a:rPr lang="vi-VN" sz="2400" b="0" kern="1200" dirty="0"/>
            <a:t> ghi </a:t>
          </a:r>
          <a:r>
            <a:rPr lang="vi-VN" sz="2400" b="0" kern="1200" dirty="0" err="1"/>
            <a:t>chép</a:t>
          </a:r>
          <a:r>
            <a:rPr lang="vi-VN" sz="2400" b="0" kern="1200" dirty="0"/>
            <a:t> </a:t>
          </a:r>
          <a:r>
            <a:rPr lang="vi-VN" sz="2400" b="0" kern="1200" dirty="0" err="1"/>
            <a:t>bằng</a:t>
          </a:r>
          <a:r>
            <a:rPr lang="vi-VN" sz="2400" b="0" kern="1200" dirty="0"/>
            <a:t> </a:t>
          </a:r>
          <a:r>
            <a:rPr lang="vi-VN" sz="2400" b="0" kern="1200" dirty="0" err="1"/>
            <a:t>sổ</a:t>
          </a:r>
          <a:r>
            <a:rPr lang="vi-VN" sz="2400" b="0" kern="1200" dirty="0"/>
            <a:t> tay </a:t>
          </a:r>
          <a:r>
            <a:rPr lang="vi-VN" sz="2400" b="0" kern="1200" dirty="0" err="1"/>
            <a:t>hoặc</a:t>
          </a:r>
          <a:r>
            <a:rPr lang="vi-VN" sz="2400" b="0" kern="1200" dirty="0"/>
            <a:t> Excel</a:t>
          </a:r>
          <a:r>
            <a:rPr lang="en-US" sz="2400" b="0" kern="1200" dirty="0"/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để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ghi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lại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khoản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thu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nhập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chi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vi-VN" sz="2400" b="0" kern="1200" dirty="0"/>
            <a:t>.</a:t>
          </a:r>
          <a:endParaRPr lang="en-US" sz="2400" b="0" kern="1200" dirty="0"/>
        </a:p>
      </dsp:txBody>
      <dsp:txXfrm>
        <a:off x="0" y="192228"/>
        <a:ext cx="11238249" cy="1455300"/>
      </dsp:txXfrm>
    </dsp:sp>
    <dsp:sp modelId="{D4C39096-1203-4593-8975-D39D4983E187}">
      <dsp:nvSpPr>
        <dsp:cNvPr id="0" name=""/>
        <dsp:cNvSpPr/>
      </dsp:nvSpPr>
      <dsp:spPr>
        <a:xfrm>
          <a:off x="561912" y="29868"/>
          <a:ext cx="7866774" cy="3247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345" tIns="0" rIns="2973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Thực trạng</a:t>
          </a:r>
          <a:endParaRPr lang="en-US" sz="2400" kern="1200"/>
        </a:p>
      </dsp:txBody>
      <dsp:txXfrm>
        <a:off x="577764" y="45720"/>
        <a:ext cx="7835070" cy="293016"/>
      </dsp:txXfrm>
    </dsp:sp>
    <dsp:sp modelId="{6B25478B-BC27-4651-B3DD-138A15D4A396}">
      <dsp:nvSpPr>
        <dsp:cNvPr id="0" name=""/>
        <dsp:cNvSpPr/>
      </dsp:nvSpPr>
      <dsp:spPr>
        <a:xfrm>
          <a:off x="0" y="1869289"/>
          <a:ext cx="11238249" cy="10914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2213" tIns="229108" rIns="87221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Khó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khăn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trong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việc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kê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theo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dòng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tiền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vi-VN" sz="2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Khó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nhận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biết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khoản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chi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bất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vi-VN" sz="2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869289"/>
        <a:ext cx="11238249" cy="1091475"/>
      </dsp:txXfrm>
    </dsp:sp>
    <dsp:sp modelId="{26359B7A-529D-4539-BC5D-8086974DBA2D}">
      <dsp:nvSpPr>
        <dsp:cNvPr id="0" name=""/>
        <dsp:cNvSpPr/>
      </dsp:nvSpPr>
      <dsp:spPr>
        <a:xfrm>
          <a:off x="561912" y="1706928"/>
          <a:ext cx="7866774" cy="3247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345" tIns="0" rIns="2973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Vấn</a:t>
          </a:r>
          <a:r>
            <a:rPr lang="en-US" sz="2400" b="1" kern="1200"/>
            <a:t> </a:t>
          </a:r>
          <a:r>
            <a:rPr lang="en-US" sz="2400" b="1" kern="1200" err="1"/>
            <a:t>đề</a:t>
          </a:r>
          <a:endParaRPr lang="en-US" sz="2400" kern="1200"/>
        </a:p>
      </dsp:txBody>
      <dsp:txXfrm>
        <a:off x="577764" y="1722780"/>
        <a:ext cx="7835070" cy="293016"/>
      </dsp:txXfrm>
    </dsp:sp>
    <dsp:sp modelId="{CC325DDC-40F2-460C-BA34-6EA696CACD51}">
      <dsp:nvSpPr>
        <dsp:cNvPr id="0" name=""/>
        <dsp:cNvSpPr/>
      </dsp:nvSpPr>
      <dsp:spPr>
        <a:xfrm>
          <a:off x="0" y="3203731"/>
          <a:ext cx="11238249" cy="10914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2213" tIns="229108" rIns="872213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Thiếu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cụ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trực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en-US" sz="24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Người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dùng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khó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đưa ra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quyết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phù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vi-VN" sz="24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203731"/>
        <a:ext cx="11238249" cy="1091475"/>
      </dsp:txXfrm>
    </dsp:sp>
    <dsp:sp modelId="{DDB6D463-0A69-4CF1-97E3-9D3AD67141AE}">
      <dsp:nvSpPr>
        <dsp:cNvPr id="0" name=""/>
        <dsp:cNvSpPr/>
      </dsp:nvSpPr>
      <dsp:spPr>
        <a:xfrm>
          <a:off x="561912" y="3020164"/>
          <a:ext cx="7866774" cy="3247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345" tIns="0" rIns="2973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Hạn</a:t>
          </a:r>
          <a:r>
            <a:rPr lang="en-US" sz="2400" b="1" kern="1200"/>
            <a:t> </a:t>
          </a:r>
          <a:r>
            <a:rPr lang="en-US" sz="2400" b="1" kern="1200" err="1"/>
            <a:t>chế</a:t>
          </a:r>
          <a:r>
            <a:rPr lang="en-US" sz="2400" b="1" kern="1200"/>
            <a:t> </a:t>
          </a:r>
          <a:r>
            <a:rPr lang="en-US" sz="2400" b="1" kern="1200" err="1"/>
            <a:t>hiện</a:t>
          </a:r>
          <a:r>
            <a:rPr lang="en-US" sz="2400" b="1" kern="1200"/>
            <a:t> nay</a:t>
          </a:r>
          <a:endParaRPr lang="en-US" sz="2400" kern="1200"/>
        </a:p>
      </dsp:txBody>
      <dsp:txXfrm>
        <a:off x="577764" y="3036016"/>
        <a:ext cx="7835070" cy="29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6096C-F861-4F48-A20F-69C3F2DA00A7}">
      <dsp:nvSpPr>
        <dsp:cNvPr id="0" name=""/>
        <dsp:cNvSpPr/>
      </dsp:nvSpPr>
      <dsp:spPr>
        <a:xfrm>
          <a:off x="28" y="16230"/>
          <a:ext cx="2684917" cy="1073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latin typeface="+mn-lt"/>
            </a:rPr>
            <a:t>Quản</a:t>
          </a:r>
          <a:r>
            <a:rPr lang="en-US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lý</a:t>
          </a:r>
          <a:r>
            <a:rPr lang="en-US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thu</a:t>
          </a:r>
          <a:r>
            <a:rPr lang="en-US" sz="2800" kern="1200" dirty="0">
              <a:latin typeface="+mn-lt"/>
            </a:rPr>
            <a:t> chi</a:t>
          </a:r>
        </a:p>
      </dsp:txBody>
      <dsp:txXfrm>
        <a:off x="28" y="16230"/>
        <a:ext cx="2684917" cy="1073966"/>
      </dsp:txXfrm>
    </dsp:sp>
    <dsp:sp modelId="{16F5B22D-2327-4A46-AAAF-13FFDE35C6F8}">
      <dsp:nvSpPr>
        <dsp:cNvPr id="0" name=""/>
        <dsp:cNvSpPr/>
      </dsp:nvSpPr>
      <dsp:spPr>
        <a:xfrm>
          <a:off x="1" y="1067701"/>
          <a:ext cx="2684917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 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Ghi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nhận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thu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chi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Theo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lịch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sử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tìm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kiếm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lọc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" y="1067701"/>
        <a:ext cx="2684917" cy="2766960"/>
      </dsp:txXfrm>
    </dsp:sp>
    <dsp:sp modelId="{44FDF00B-F2E0-4FBA-BA0C-57F18057DBEB}">
      <dsp:nvSpPr>
        <dsp:cNvPr id="0" name=""/>
        <dsp:cNvSpPr/>
      </dsp:nvSpPr>
      <dsp:spPr>
        <a:xfrm>
          <a:off x="3060833" y="16230"/>
          <a:ext cx="2684917" cy="1073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Thiết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lập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60833" y="16230"/>
        <a:ext cx="2684917" cy="1073966"/>
      </dsp:txXfrm>
    </dsp:sp>
    <dsp:sp modelId="{B025F8A3-C24A-4DAF-888B-87A367AC2027}">
      <dsp:nvSpPr>
        <dsp:cNvPr id="0" name=""/>
        <dsp:cNvSpPr/>
      </dsp:nvSpPr>
      <dsp:spPr>
        <a:xfrm>
          <a:off x="3060861" y="1104806"/>
          <a:ext cx="2684917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Tạo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tiết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kiệm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Theo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tiến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độ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Kế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hoạch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60861" y="1104806"/>
        <a:ext cx="2684917" cy="27669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6096C-F861-4F48-A20F-69C3F2DA00A7}">
      <dsp:nvSpPr>
        <dsp:cNvPr id="0" name=""/>
        <dsp:cNvSpPr/>
      </dsp:nvSpPr>
      <dsp:spPr>
        <a:xfrm>
          <a:off x="28" y="17266"/>
          <a:ext cx="2679735" cy="1071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Ngân</a:t>
          </a:r>
          <a:r>
            <a:rPr lang="en-US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sách</a:t>
          </a:r>
          <a:r>
            <a:rPr lang="en-US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và</a:t>
          </a:r>
          <a:r>
            <a:rPr lang="en-US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thống</a:t>
          </a:r>
          <a:r>
            <a:rPr lang="en-US" sz="2800" kern="1200" dirty="0">
              <a:latin typeface="+mn-lt"/>
            </a:rPr>
            <a:t> </a:t>
          </a:r>
          <a:r>
            <a:rPr lang="en-US" sz="2800" kern="1200" dirty="0" err="1">
              <a:latin typeface="+mn-lt"/>
            </a:rPr>
            <a:t>kê</a:t>
          </a:r>
          <a:endParaRPr lang="en-US" sz="2800" kern="1200" dirty="0">
            <a:latin typeface="+mn-lt"/>
          </a:endParaRPr>
        </a:p>
      </dsp:txBody>
      <dsp:txXfrm>
        <a:off x="28" y="17266"/>
        <a:ext cx="2679735" cy="1071894"/>
      </dsp:txXfrm>
    </dsp:sp>
    <dsp:sp modelId="{16F5B22D-2327-4A46-AAAF-13FFDE35C6F8}">
      <dsp:nvSpPr>
        <dsp:cNvPr id="0" name=""/>
        <dsp:cNvSpPr/>
      </dsp:nvSpPr>
      <dsp:spPr>
        <a:xfrm>
          <a:off x="1" y="1066665"/>
          <a:ext cx="2679735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 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Thiết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lập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theo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danh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Theo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dõi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mức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sử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dụng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Trực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quan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bằng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biểu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đồ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" y="1066665"/>
        <a:ext cx="2679735" cy="2766960"/>
      </dsp:txXfrm>
    </dsp:sp>
    <dsp:sp modelId="{44FDF00B-F2E0-4FBA-BA0C-57F18057DBEB}">
      <dsp:nvSpPr>
        <dsp:cNvPr id="0" name=""/>
        <dsp:cNvSpPr/>
      </dsp:nvSpPr>
      <dsp:spPr>
        <a:xfrm>
          <a:off x="3054926" y="17266"/>
          <a:ext cx="2679735" cy="1071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AI</a:t>
          </a:r>
        </a:p>
      </dsp:txBody>
      <dsp:txXfrm>
        <a:off x="3054926" y="17266"/>
        <a:ext cx="2679735" cy="1071894"/>
      </dsp:txXfrm>
    </dsp:sp>
    <dsp:sp modelId="{B025F8A3-C24A-4DAF-888B-87A367AC2027}">
      <dsp:nvSpPr>
        <dsp:cNvPr id="0" name=""/>
        <dsp:cNvSpPr/>
      </dsp:nvSpPr>
      <dsp:spPr>
        <a:xfrm>
          <a:off x="3054954" y="1103770"/>
          <a:ext cx="2679735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tình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hình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</a:t>
          </a:r>
          <a:r>
            <a:rPr lang="vi-VN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tạo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từ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đơn</a:t>
          </a:r>
          <a:endParaRPr lang="en-US" sz="2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Đưa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dirty="0" err="1">
              <a:latin typeface="Arial" panose="020B0604020202020204" pitchFamily="34" charset="0"/>
              <a:cs typeface="Arial" panose="020B0604020202020204" pitchFamily="34" charset="0"/>
            </a:rPr>
            <a:t>gợi</a:t>
          </a:r>
          <a:r>
            <a:rPr lang="en-US" sz="2600" kern="1200" dirty="0">
              <a:latin typeface="Arial" panose="020B0604020202020204" pitchFamily="34" charset="0"/>
              <a:cs typeface="Arial" panose="020B0604020202020204" pitchFamily="34" charset="0"/>
            </a:rPr>
            <a:t> ý</a:t>
          </a:r>
        </a:p>
      </dsp:txBody>
      <dsp:txXfrm>
        <a:off x="3054954" y="1103770"/>
        <a:ext cx="2679735" cy="27669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8034E-D972-4E5C-A36D-F02EA475FA20}">
      <dsp:nvSpPr>
        <dsp:cNvPr id="0" name=""/>
        <dsp:cNvSpPr/>
      </dsp:nvSpPr>
      <dsp:spPr>
        <a:xfrm>
          <a:off x="3447" y="451903"/>
          <a:ext cx="3361236" cy="1344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Hoàn</a:t>
          </a:r>
          <a:r>
            <a:rPr lang="en-US" sz="3200" b="1" kern="1200" dirty="0"/>
            <a:t> </a:t>
          </a:r>
          <a:r>
            <a:rPr lang="en-US" sz="3200" b="1" kern="1200" dirty="0" err="1"/>
            <a:t>thành</a:t>
          </a:r>
          <a:r>
            <a:rPr lang="en-US" sz="3200" b="1" kern="1200" dirty="0"/>
            <a:t> </a:t>
          </a:r>
          <a:r>
            <a:rPr lang="en-US" sz="3200" b="1" kern="1200" dirty="0" err="1"/>
            <a:t>các</a:t>
          </a:r>
          <a:r>
            <a:rPr lang="en-US" sz="3200" b="1" kern="1200" dirty="0"/>
            <a:t> </a:t>
          </a:r>
          <a:r>
            <a:rPr lang="en-US" sz="3200" b="1" kern="1200" dirty="0" err="1"/>
            <a:t>chức</a:t>
          </a:r>
          <a:r>
            <a:rPr lang="en-US" sz="3200" b="1" kern="1200" dirty="0"/>
            <a:t> </a:t>
          </a:r>
          <a:r>
            <a:rPr lang="en-US" sz="3200" b="1" kern="1200" dirty="0" err="1"/>
            <a:t>năng</a:t>
          </a:r>
          <a:endParaRPr lang="en-US" sz="3200" b="1" kern="1200" dirty="0"/>
        </a:p>
      </dsp:txBody>
      <dsp:txXfrm>
        <a:off x="3447" y="451903"/>
        <a:ext cx="3361236" cy="1344494"/>
      </dsp:txXfrm>
    </dsp:sp>
    <dsp:sp modelId="{2E3F40A0-42C5-422F-8BC5-A24963580F28}">
      <dsp:nvSpPr>
        <dsp:cNvPr id="0" name=""/>
        <dsp:cNvSpPr/>
      </dsp:nvSpPr>
      <dsp:spPr>
        <a:xfrm>
          <a:off x="3447" y="1796397"/>
          <a:ext cx="3361236" cy="36406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Hoàn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thành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chức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năng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thu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chi.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mục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ngân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sách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gia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đình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kỳ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kê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cáo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3447" y="1796397"/>
        <a:ext cx="3361236" cy="3640664"/>
      </dsp:txXfrm>
    </dsp:sp>
    <dsp:sp modelId="{F9B3E70E-78F4-4FD5-94E3-51106A1EEA88}">
      <dsp:nvSpPr>
        <dsp:cNvPr id="0" name=""/>
        <dsp:cNvSpPr/>
      </dsp:nvSpPr>
      <dsp:spPr>
        <a:xfrm>
          <a:off x="3835256" y="451903"/>
          <a:ext cx="3361236" cy="1344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Tích</a:t>
          </a:r>
          <a:r>
            <a:rPr lang="en-US" sz="3200" b="1" kern="1200" dirty="0"/>
            <a:t> </a:t>
          </a:r>
          <a:r>
            <a:rPr lang="en-US" sz="3200" b="1" kern="1200" dirty="0" err="1"/>
            <a:t>hợp</a:t>
          </a:r>
          <a:r>
            <a:rPr lang="en-US" sz="3200" b="1" kern="1200" dirty="0"/>
            <a:t> AI </a:t>
          </a:r>
          <a:r>
            <a:rPr lang="en-US" sz="3200" b="1" kern="1200" dirty="0" err="1"/>
            <a:t>hỗ</a:t>
          </a:r>
          <a:r>
            <a:rPr lang="en-US" sz="3200" b="1" kern="1200" dirty="0"/>
            <a:t> </a:t>
          </a:r>
          <a:r>
            <a:rPr lang="en-US" sz="3200" b="1" kern="1200" dirty="0" err="1"/>
            <a:t>trợ</a:t>
          </a:r>
          <a:endParaRPr lang="en-US" sz="3200" b="1" kern="1200" dirty="0"/>
        </a:p>
      </dsp:txBody>
      <dsp:txXfrm>
        <a:off x="3835256" y="451903"/>
        <a:ext cx="3361236" cy="1344494"/>
      </dsp:txXfrm>
    </dsp:sp>
    <dsp:sp modelId="{26F29272-6199-4C36-B7A7-EF80C455A113}">
      <dsp:nvSpPr>
        <dsp:cNvPr id="0" name=""/>
        <dsp:cNvSpPr/>
      </dsp:nvSpPr>
      <dsp:spPr>
        <a:xfrm>
          <a:off x="3835256" y="1796397"/>
          <a:ext cx="3361236" cy="36406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 dirty="0">
              <a:latin typeface="+mn-lt"/>
            </a:rPr>
            <a:t>Đưa ra </a:t>
          </a:r>
          <a:r>
            <a:rPr lang="vi-VN" sz="2400" kern="1200" dirty="0" err="1">
              <a:latin typeface="+mn-lt"/>
            </a:rPr>
            <a:t>gợi</a:t>
          </a:r>
          <a:r>
            <a:rPr lang="vi-VN" sz="2400" kern="1200" dirty="0">
              <a:latin typeface="+mn-lt"/>
            </a:rPr>
            <a:t> ý </a:t>
          </a:r>
          <a:r>
            <a:rPr lang="vi-VN" sz="2400" kern="1200" dirty="0" err="1">
              <a:latin typeface="+mn-lt"/>
            </a:rPr>
            <a:t>quản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lý</a:t>
          </a:r>
          <a:r>
            <a:rPr lang="vi-VN" sz="2400" kern="1200" dirty="0">
              <a:latin typeface="+mn-lt"/>
            </a:rPr>
            <a:t> chi tiêu.</a:t>
          </a:r>
          <a:endParaRPr lang="en-US" sz="2400" kern="1200" dirty="0">
            <a:latin typeface="+mn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 dirty="0" err="1">
              <a:latin typeface="+mn-lt"/>
            </a:rPr>
            <a:t>Hỗ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trợ</a:t>
          </a:r>
          <a:r>
            <a:rPr lang="vi-VN" sz="2400" kern="1200" dirty="0">
              <a:latin typeface="+mn-lt"/>
            </a:rPr>
            <a:t> phân </a:t>
          </a:r>
          <a:r>
            <a:rPr lang="vi-VN" sz="2400" kern="1200" dirty="0" err="1">
              <a:latin typeface="+mn-lt"/>
            </a:rPr>
            <a:t>tích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hóa</a:t>
          </a:r>
          <a:r>
            <a:rPr lang="vi-VN" sz="2400" kern="1200" dirty="0">
              <a:latin typeface="+mn-lt"/>
            </a:rPr>
            <a:t> đơn.</a:t>
          </a:r>
          <a:endParaRPr lang="en-US" sz="2400" kern="1200" dirty="0">
            <a:latin typeface="+mn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 dirty="0" err="1">
              <a:latin typeface="+mn-lt"/>
            </a:rPr>
            <a:t>Hỗ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trợ</a:t>
          </a:r>
          <a:r>
            <a:rPr lang="vi-VN" sz="2400" kern="1200" dirty="0">
              <a:latin typeface="+mn-lt"/>
            </a:rPr>
            <a:t> tương </a:t>
          </a:r>
          <a:r>
            <a:rPr lang="vi-VN" sz="2400" kern="1200" dirty="0" err="1">
              <a:latin typeface="+mn-lt"/>
            </a:rPr>
            <a:t>tác</a:t>
          </a:r>
          <a:r>
            <a:rPr lang="vi-VN" sz="2400" kern="1200" dirty="0">
              <a:latin typeface="+mn-lt"/>
            </a:rPr>
            <a:t> thông qua giao </a:t>
          </a:r>
          <a:r>
            <a:rPr lang="vi-VN" sz="2400" kern="1200" dirty="0" err="1">
              <a:latin typeface="+mn-lt"/>
            </a:rPr>
            <a:t>diện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hội</a:t>
          </a:r>
          <a:r>
            <a:rPr lang="vi-VN" sz="2400" kern="1200" dirty="0">
              <a:latin typeface="+mn-lt"/>
            </a:rPr>
            <a:t> </a:t>
          </a:r>
          <a:r>
            <a:rPr lang="vi-VN" sz="2400" kern="1200" dirty="0" err="1">
              <a:latin typeface="+mn-lt"/>
            </a:rPr>
            <a:t>thoại</a:t>
          </a:r>
          <a:r>
            <a:rPr lang="vi-VN" sz="2400" kern="1200" dirty="0">
              <a:latin typeface="+mn-lt"/>
            </a:rPr>
            <a:t>.</a:t>
          </a:r>
          <a:endParaRPr lang="en-US" sz="2400" kern="1200" dirty="0">
            <a:latin typeface="+mn-lt"/>
          </a:endParaRPr>
        </a:p>
      </dsp:txBody>
      <dsp:txXfrm>
        <a:off x="3835256" y="1796397"/>
        <a:ext cx="3361236" cy="3640664"/>
      </dsp:txXfrm>
    </dsp:sp>
    <dsp:sp modelId="{F29E669C-F5B5-436E-B0F5-D792FF924FAD}">
      <dsp:nvSpPr>
        <dsp:cNvPr id="0" name=""/>
        <dsp:cNvSpPr/>
      </dsp:nvSpPr>
      <dsp:spPr>
        <a:xfrm>
          <a:off x="7667065" y="451903"/>
          <a:ext cx="3361236" cy="1344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Triển</a:t>
          </a:r>
          <a:r>
            <a:rPr lang="en-US" sz="3200" b="1" kern="1200" dirty="0"/>
            <a:t> </a:t>
          </a:r>
          <a:r>
            <a:rPr lang="en-US" sz="3200" b="1" kern="1200" dirty="0" err="1"/>
            <a:t>khai</a:t>
          </a:r>
          <a:r>
            <a:rPr lang="en-US" sz="3200" b="1" kern="1200" dirty="0"/>
            <a:t> </a:t>
          </a:r>
          <a:r>
            <a:rPr lang="en-US" sz="3200" b="1" kern="1200" dirty="0" err="1"/>
            <a:t>hệ</a:t>
          </a:r>
          <a:r>
            <a:rPr lang="en-US" sz="3200" b="1" kern="1200" dirty="0"/>
            <a:t> </a:t>
          </a:r>
          <a:r>
            <a:rPr lang="en-US" sz="3200" b="1" kern="1200" dirty="0" err="1"/>
            <a:t>thống</a:t>
          </a:r>
          <a:endParaRPr lang="en-US" sz="3200" b="1" kern="1200" dirty="0"/>
        </a:p>
      </dsp:txBody>
      <dsp:txXfrm>
        <a:off x="7667065" y="451903"/>
        <a:ext cx="3361236" cy="1344494"/>
      </dsp:txXfrm>
    </dsp:sp>
    <dsp:sp modelId="{7DC346E2-9D37-48E3-9473-B3965539D437}">
      <dsp:nvSpPr>
        <dsp:cNvPr id="0" name=""/>
        <dsp:cNvSpPr/>
      </dsp:nvSpPr>
      <dsp:spPr>
        <a:xfrm>
          <a:off x="7667065" y="1796397"/>
          <a:ext cx="3361236" cy="36406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Hoạt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ổn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trên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nền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tảng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Web.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khai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trên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Android.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có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khả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năng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mở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rộng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trong tương lai.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được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lưu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trữ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tập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trung trên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MongoDB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Atlas</a:t>
          </a:r>
          <a:r>
            <a:rPr lang="vi-VN" sz="24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667065" y="1796397"/>
        <a:ext cx="3361236" cy="36406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660D6-4CA1-4845-8531-97658D2ABEE9}">
      <dsp:nvSpPr>
        <dsp:cNvPr id="0" name=""/>
        <dsp:cNvSpPr/>
      </dsp:nvSpPr>
      <dsp:spPr>
        <a:xfrm>
          <a:off x="0" y="164445"/>
          <a:ext cx="11031748" cy="2979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186" tIns="229108" rIns="85618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200" kern="1200" dirty="0" err="1">
              <a:latin typeface="+mn-lt"/>
            </a:rPr>
            <a:t>Hệ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thống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hiện</a:t>
          </a:r>
          <a:r>
            <a:rPr lang="vi-VN" sz="2200" kern="1200" dirty="0">
              <a:latin typeface="+mn-lt"/>
            </a:rPr>
            <a:t> chưa </a:t>
          </a:r>
          <a:r>
            <a:rPr lang="vi-VN" sz="2200" kern="1200" dirty="0" err="1">
              <a:latin typeface="+mn-lt"/>
            </a:rPr>
            <a:t>hỗ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trợ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kết</a:t>
          </a:r>
          <a:r>
            <a:rPr lang="vi-VN" sz="2200" kern="1200" dirty="0">
              <a:latin typeface="+mn-lt"/>
            </a:rPr>
            <a:t> nối </a:t>
          </a:r>
          <a:r>
            <a:rPr lang="vi-VN" sz="2200" kern="1200" dirty="0" err="1">
              <a:latin typeface="+mn-lt"/>
            </a:rPr>
            <a:t>trực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tiếp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với</a:t>
          </a:r>
          <a:r>
            <a:rPr lang="vi-VN" sz="2200" kern="1200" dirty="0">
              <a:latin typeface="+mn-lt"/>
            </a:rPr>
            <a:t> ngân </a:t>
          </a:r>
          <a:r>
            <a:rPr lang="vi-VN" sz="2200" kern="1200" dirty="0" err="1">
              <a:latin typeface="+mn-lt"/>
            </a:rPr>
            <a:t>hàng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hoặc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ví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điện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tử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để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tự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động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đồng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bộ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dữ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liệu</a:t>
          </a:r>
          <a:r>
            <a:rPr lang="vi-VN" sz="2200" kern="1200" dirty="0">
              <a:latin typeface="+mn-lt"/>
            </a:rPr>
            <a:t> giao </a:t>
          </a:r>
          <a:r>
            <a:rPr lang="vi-VN" sz="2200" kern="1200" dirty="0" err="1">
              <a:latin typeface="+mn-lt"/>
            </a:rPr>
            <a:t>dịch</a:t>
          </a:r>
          <a:endParaRPr lang="en-US" sz="2200" kern="1200" dirty="0">
            <a:latin typeface="+mn-lt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200" kern="1200" dirty="0" err="1">
              <a:latin typeface="+mn-lt"/>
            </a:rPr>
            <a:t>Khả</a:t>
          </a:r>
          <a:r>
            <a:rPr lang="vi-VN" sz="2200" kern="1200" dirty="0">
              <a:latin typeface="+mn-lt"/>
            </a:rPr>
            <a:t> năng phân </a:t>
          </a:r>
          <a:r>
            <a:rPr lang="vi-VN" sz="2200" kern="1200" dirty="0" err="1">
              <a:latin typeface="+mn-lt"/>
            </a:rPr>
            <a:t>tích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của</a:t>
          </a:r>
          <a:r>
            <a:rPr lang="vi-VN" sz="2200" kern="1200" dirty="0">
              <a:latin typeface="+mn-lt"/>
            </a:rPr>
            <a:t> AI </a:t>
          </a:r>
          <a:r>
            <a:rPr lang="vi-VN" sz="2200" kern="1200" dirty="0" err="1">
              <a:latin typeface="+mn-lt"/>
            </a:rPr>
            <a:t>vẫn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còn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phụ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thuộc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vào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dữ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liệu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hiện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có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và</a:t>
          </a:r>
          <a:r>
            <a:rPr lang="vi-VN" sz="2200" kern="1200" dirty="0">
              <a:latin typeface="+mn-lt"/>
            </a:rPr>
            <a:t> chưa </a:t>
          </a:r>
          <a:r>
            <a:rPr lang="vi-VN" sz="2200" kern="1200" dirty="0" err="1">
              <a:latin typeface="+mn-lt"/>
            </a:rPr>
            <a:t>hỗ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trợ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dự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báo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tài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chính</a:t>
          </a:r>
          <a:r>
            <a:rPr lang="vi-VN" sz="2200" kern="1200" dirty="0">
              <a:latin typeface="+mn-lt"/>
            </a:rPr>
            <a:t> chuyên sâu.</a:t>
          </a:r>
          <a:endParaRPr lang="en-US" sz="2200" kern="1200" dirty="0">
            <a:latin typeface="+mn-lt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200" kern="1200" dirty="0" err="1">
              <a:latin typeface="+mn-lt"/>
            </a:rPr>
            <a:t>Ứng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dụng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mới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được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triển</a:t>
          </a:r>
          <a:r>
            <a:rPr lang="vi-VN" sz="2200" kern="1200" dirty="0">
              <a:latin typeface="+mn-lt"/>
            </a:rPr>
            <a:t> khai </a:t>
          </a:r>
          <a:r>
            <a:rPr lang="vi-VN" sz="2200" kern="1200" dirty="0" err="1">
              <a:latin typeface="+mn-lt"/>
            </a:rPr>
            <a:t>thử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nghiệm</a:t>
          </a:r>
          <a:r>
            <a:rPr lang="vi-VN" sz="2200" kern="1200" dirty="0">
              <a:latin typeface="+mn-lt"/>
            </a:rPr>
            <a:t> trên </a:t>
          </a:r>
          <a:r>
            <a:rPr lang="vi-VN" sz="2200" kern="1200" dirty="0" err="1">
              <a:latin typeface="+mn-lt"/>
            </a:rPr>
            <a:t>nền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tảng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Android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và</a:t>
          </a:r>
          <a:r>
            <a:rPr lang="vi-VN" sz="2200" kern="1200" dirty="0">
              <a:latin typeface="+mn-lt"/>
            </a:rPr>
            <a:t> chưa </a:t>
          </a:r>
          <a:r>
            <a:rPr lang="vi-VN" sz="2200" kern="1200" dirty="0" err="1">
              <a:latin typeface="+mn-lt"/>
            </a:rPr>
            <a:t>hỗ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trợ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iOS</a:t>
          </a:r>
          <a:r>
            <a:rPr lang="vi-VN" sz="2200" kern="1200" dirty="0">
              <a:latin typeface="+mn-lt"/>
            </a:rPr>
            <a:t>.</a:t>
          </a:r>
          <a:endParaRPr lang="en-US" sz="2200" kern="1200" dirty="0">
            <a:latin typeface="+mn-lt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200" kern="1200" dirty="0" err="1">
              <a:latin typeface="+mn-lt"/>
            </a:rPr>
            <a:t>Một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số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chức</a:t>
          </a:r>
          <a:r>
            <a:rPr lang="vi-VN" sz="2200" kern="1200" dirty="0">
              <a:latin typeface="+mn-lt"/>
            </a:rPr>
            <a:t> năng nâng cao </a:t>
          </a:r>
          <a:r>
            <a:rPr lang="vi-VN" sz="2200" kern="1200" dirty="0" err="1">
              <a:latin typeface="+mn-lt"/>
            </a:rPr>
            <a:t>về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bảo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mật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và</a:t>
          </a:r>
          <a:r>
            <a:rPr lang="vi-VN" sz="2200" kern="1200" dirty="0">
              <a:latin typeface="+mn-lt"/>
            </a:rPr>
            <a:t> phân </a:t>
          </a:r>
          <a:r>
            <a:rPr lang="vi-VN" sz="2200" kern="1200" dirty="0" err="1">
              <a:latin typeface="+mn-lt"/>
            </a:rPr>
            <a:t>quyền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vẫn</a:t>
          </a:r>
          <a:r>
            <a:rPr lang="vi-VN" sz="2200" kern="1200" dirty="0">
              <a:latin typeface="+mn-lt"/>
            </a:rPr>
            <a:t> chưa </a:t>
          </a:r>
          <a:r>
            <a:rPr lang="vi-VN" sz="2200" kern="1200" dirty="0" err="1">
              <a:latin typeface="+mn-lt"/>
            </a:rPr>
            <a:t>được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triển</a:t>
          </a:r>
          <a:r>
            <a:rPr lang="vi-VN" sz="2200" kern="1200" dirty="0">
              <a:latin typeface="+mn-lt"/>
            </a:rPr>
            <a:t> khai </a:t>
          </a:r>
          <a:r>
            <a:rPr lang="vi-VN" sz="2200" kern="1200" dirty="0" err="1">
              <a:latin typeface="+mn-lt"/>
            </a:rPr>
            <a:t>đầy</a:t>
          </a:r>
          <a:r>
            <a:rPr lang="vi-VN" sz="2200" kern="1200" dirty="0">
              <a:latin typeface="+mn-lt"/>
            </a:rPr>
            <a:t> </a:t>
          </a:r>
          <a:r>
            <a:rPr lang="vi-VN" sz="2200" kern="1200" dirty="0" err="1">
              <a:latin typeface="+mn-lt"/>
            </a:rPr>
            <a:t>đủ</a:t>
          </a:r>
          <a:r>
            <a:rPr lang="vi-VN" sz="2200" kern="1200" dirty="0">
              <a:latin typeface="+mn-lt"/>
            </a:rPr>
            <a:t>.</a:t>
          </a:r>
          <a:endParaRPr lang="en-US" sz="2200" kern="1200" dirty="0">
            <a:latin typeface="+mn-lt"/>
          </a:endParaRPr>
        </a:p>
      </dsp:txBody>
      <dsp:txXfrm>
        <a:off x="0" y="164445"/>
        <a:ext cx="11031748" cy="2979900"/>
      </dsp:txXfrm>
    </dsp:sp>
    <dsp:sp modelId="{46F9ADD5-0895-4A72-BC41-DA250ECB88BE}">
      <dsp:nvSpPr>
        <dsp:cNvPr id="0" name=""/>
        <dsp:cNvSpPr/>
      </dsp:nvSpPr>
      <dsp:spPr>
        <a:xfrm>
          <a:off x="551587" y="2085"/>
          <a:ext cx="7722224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82" tIns="0" rIns="29188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 dirty="0" err="1"/>
            <a:t>Hạn</a:t>
          </a:r>
          <a:r>
            <a:rPr lang="vi-VN" sz="2000" kern="1200" dirty="0"/>
            <a:t> </a:t>
          </a:r>
          <a:r>
            <a:rPr lang="vi-VN" sz="2000" kern="1200" dirty="0" err="1"/>
            <a:t>chế</a:t>
          </a:r>
          <a:r>
            <a:rPr lang="vi-VN" sz="2000" kern="1200" dirty="0"/>
            <a:t>:</a:t>
          </a:r>
          <a:endParaRPr lang="en-US" sz="2000" kern="1200" dirty="0"/>
        </a:p>
      </dsp:txBody>
      <dsp:txXfrm>
        <a:off x="567439" y="17937"/>
        <a:ext cx="7690520" cy="293016"/>
      </dsp:txXfrm>
    </dsp:sp>
    <dsp:sp modelId="{95230C82-ED45-4AF5-BE57-EC8FA034500B}">
      <dsp:nvSpPr>
        <dsp:cNvPr id="0" name=""/>
        <dsp:cNvSpPr/>
      </dsp:nvSpPr>
      <dsp:spPr>
        <a:xfrm>
          <a:off x="0" y="3366106"/>
          <a:ext cx="11031748" cy="2286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186" tIns="229108" rIns="85618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nối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với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ngân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ví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điện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tử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để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tự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việc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ghi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nhận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dịch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Nâng cao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khả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năng phân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dự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của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AI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nhằm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ra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quyết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tốt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hơn.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Phát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ứng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dụng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trên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nhiều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nền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tảng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di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khác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nhau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Bổ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sung thêm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cơ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chế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bảo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mật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phân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quyền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người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dùng</a:t>
          </a:r>
          <a:r>
            <a:rPr lang="vi-VN" sz="22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366106"/>
        <a:ext cx="11031748" cy="2286900"/>
      </dsp:txXfrm>
    </dsp:sp>
    <dsp:sp modelId="{9DE90A11-46FF-4C87-94D9-3A2D42CA506F}">
      <dsp:nvSpPr>
        <dsp:cNvPr id="0" name=""/>
        <dsp:cNvSpPr/>
      </dsp:nvSpPr>
      <dsp:spPr>
        <a:xfrm>
          <a:off x="551587" y="3203746"/>
          <a:ext cx="7722224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82" tIns="0" rIns="29188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 dirty="0" err="1"/>
            <a:t>Hướng</a:t>
          </a:r>
          <a:r>
            <a:rPr lang="vi-VN" sz="2000" kern="1200" dirty="0"/>
            <a:t> </a:t>
          </a:r>
          <a:r>
            <a:rPr lang="vi-VN" sz="2000" kern="1200" dirty="0" err="1"/>
            <a:t>phát</a:t>
          </a:r>
          <a:r>
            <a:rPr lang="vi-VN" sz="2000" kern="1200" dirty="0"/>
            <a:t> </a:t>
          </a:r>
          <a:r>
            <a:rPr lang="vi-VN" sz="2000" kern="1200" dirty="0" err="1"/>
            <a:t>triển</a:t>
          </a:r>
          <a:r>
            <a:rPr lang="vi-VN" sz="2000" kern="1200" dirty="0"/>
            <a:t>:</a:t>
          </a:r>
          <a:endParaRPr lang="en-US" sz="2000" kern="1200" dirty="0"/>
        </a:p>
      </dsp:txBody>
      <dsp:txXfrm>
        <a:off x="567439" y="3219598"/>
        <a:ext cx="7690520" cy="2930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3FACC-1DD7-4340-B334-8FC06DFBA35F}">
      <dsp:nvSpPr>
        <dsp:cNvPr id="0" name=""/>
        <dsp:cNvSpPr/>
      </dsp:nvSpPr>
      <dsp:spPr>
        <a:xfrm>
          <a:off x="3025564" y="974239"/>
          <a:ext cx="2673589" cy="2243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74B67-41C5-4147-B085-18D12B563BD9}">
      <dsp:nvSpPr>
        <dsp:cNvPr id="0" name=""/>
        <dsp:cNvSpPr/>
      </dsp:nvSpPr>
      <dsp:spPr>
        <a:xfrm>
          <a:off x="3282137" y="1217984"/>
          <a:ext cx="2673589" cy="22436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vi-VN" sz="2000" kern="1200" dirty="0" err="1"/>
            <a:t>Hệ</a:t>
          </a:r>
          <a:r>
            <a:rPr lang="vi-VN" sz="2000" kern="1200" dirty="0"/>
            <a:t> </a:t>
          </a:r>
          <a:r>
            <a:rPr lang="vi-VN" sz="2000" kern="1200" dirty="0" err="1"/>
            <a:t>thống</a:t>
          </a:r>
          <a:r>
            <a:rPr lang="vi-VN" sz="2000" kern="1200" dirty="0"/>
            <a:t> </a:t>
          </a:r>
          <a:r>
            <a:rPr lang="vi-VN" sz="2000" kern="1200" dirty="0" err="1"/>
            <a:t>hỗ</a:t>
          </a:r>
          <a:r>
            <a:rPr lang="vi-VN" sz="2000" kern="1200" dirty="0"/>
            <a:t> </a:t>
          </a:r>
          <a:r>
            <a:rPr lang="vi-VN" sz="2000" kern="1200" dirty="0" err="1"/>
            <a:t>trợ</a:t>
          </a:r>
          <a:r>
            <a:rPr lang="vi-VN" sz="2000" kern="1200" dirty="0"/>
            <a:t> </a:t>
          </a:r>
          <a:r>
            <a:rPr lang="vi-VN" sz="2000" kern="1200" dirty="0" err="1"/>
            <a:t>người</a:t>
          </a:r>
          <a:r>
            <a:rPr lang="vi-VN" sz="2000" kern="1200" dirty="0"/>
            <a:t> </a:t>
          </a:r>
          <a:r>
            <a:rPr lang="vi-VN" sz="2000" kern="1200" dirty="0" err="1"/>
            <a:t>dùng</a:t>
          </a:r>
          <a:r>
            <a:rPr lang="vi-VN" sz="2000" kern="1200" dirty="0"/>
            <a:t> </a:t>
          </a:r>
          <a:r>
            <a:rPr lang="vi-VN" sz="2000" kern="1200" dirty="0" err="1"/>
            <a:t>quản</a:t>
          </a:r>
          <a:r>
            <a:rPr lang="vi-VN" sz="2000" kern="1200" dirty="0"/>
            <a:t> </a:t>
          </a:r>
          <a:r>
            <a:rPr lang="vi-VN" sz="2000" kern="1200" dirty="0" err="1"/>
            <a:t>lý</a:t>
          </a:r>
          <a:r>
            <a:rPr lang="vi-VN" sz="2000" kern="1200" dirty="0"/>
            <a:t> thu </a:t>
          </a:r>
          <a:r>
            <a:rPr lang="vi-VN" sz="2000" kern="1200" dirty="0" err="1"/>
            <a:t>nhập</a:t>
          </a:r>
          <a:r>
            <a:rPr lang="vi-VN" sz="2000" kern="1200" dirty="0"/>
            <a:t>, chi tiêu, </a:t>
          </a:r>
          <a:r>
            <a:rPr lang="vi-VN" sz="2000" kern="1200" dirty="0" err="1"/>
            <a:t>mục</a:t>
          </a:r>
          <a:r>
            <a:rPr lang="vi-VN" sz="2000" kern="1200" dirty="0"/>
            <a:t> tiêu </a:t>
          </a:r>
          <a:r>
            <a:rPr lang="vi-VN" sz="2000" kern="1200" dirty="0" err="1"/>
            <a:t>tài</a:t>
          </a:r>
          <a:r>
            <a:rPr lang="vi-VN" sz="2000" kern="1200" dirty="0"/>
            <a:t> </a:t>
          </a:r>
          <a:r>
            <a:rPr lang="vi-VN" sz="2000" kern="1200" dirty="0" err="1"/>
            <a:t>chính</a:t>
          </a:r>
          <a:r>
            <a:rPr lang="vi-VN" sz="2000" kern="1200" dirty="0"/>
            <a:t> </a:t>
          </a:r>
          <a:r>
            <a:rPr lang="vi-VN" sz="2000" kern="1200" dirty="0" err="1"/>
            <a:t>và</a:t>
          </a:r>
          <a:r>
            <a:rPr lang="vi-VN" sz="2000" kern="1200" dirty="0"/>
            <a:t> ngân </a:t>
          </a:r>
          <a:r>
            <a:rPr lang="vi-VN" sz="2000" kern="1200" dirty="0" err="1"/>
            <a:t>sách</a:t>
          </a:r>
          <a:r>
            <a:rPr lang="vi-VN" sz="2000" kern="1200" dirty="0"/>
            <a:t> </a:t>
          </a:r>
          <a:r>
            <a:rPr lang="vi-VN" sz="2000" kern="1200" dirty="0" err="1"/>
            <a:t>một</a:t>
          </a:r>
          <a:r>
            <a:rPr lang="vi-VN" sz="2000" kern="1200" dirty="0"/>
            <a:t> </a:t>
          </a:r>
          <a:r>
            <a:rPr lang="vi-VN" sz="2000" kern="1200" dirty="0" err="1"/>
            <a:t>cách</a:t>
          </a:r>
          <a:r>
            <a:rPr lang="vi-VN" sz="2000" kern="1200" dirty="0"/>
            <a:t> </a:t>
          </a:r>
          <a:r>
            <a:rPr lang="vi-VN" sz="2000" kern="1200" dirty="0" err="1"/>
            <a:t>hiệu</a:t>
          </a:r>
          <a:r>
            <a:rPr lang="vi-VN" sz="2000" kern="1200" dirty="0"/>
            <a:t> </a:t>
          </a:r>
          <a:r>
            <a:rPr lang="vi-VN" sz="2000" kern="1200" dirty="0" err="1"/>
            <a:t>quả</a:t>
          </a:r>
          <a:r>
            <a:rPr lang="vi-VN" sz="2000" kern="1200" dirty="0"/>
            <a:t>.</a:t>
          </a:r>
          <a:endParaRPr lang="en-US" sz="2000" kern="1200" dirty="0"/>
        </a:p>
      </dsp:txBody>
      <dsp:txXfrm>
        <a:off x="3347850" y="1283697"/>
        <a:ext cx="2542163" cy="2112197"/>
      </dsp:txXfrm>
    </dsp:sp>
    <dsp:sp modelId="{487D2BFF-8AB4-426B-A17F-ADF716C414D4}">
      <dsp:nvSpPr>
        <dsp:cNvPr id="0" name=""/>
        <dsp:cNvSpPr/>
      </dsp:nvSpPr>
      <dsp:spPr>
        <a:xfrm>
          <a:off x="226869" y="974239"/>
          <a:ext cx="2309157" cy="2162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006FFC-EFDC-4D88-A8A7-FBFFF1CEC4A4}">
      <dsp:nvSpPr>
        <dsp:cNvPr id="0" name=""/>
        <dsp:cNvSpPr/>
      </dsp:nvSpPr>
      <dsp:spPr>
        <a:xfrm>
          <a:off x="483443" y="1217984"/>
          <a:ext cx="2309157" cy="21623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Đề tài đã xây dựng thành công hệ thống quản lý tài chính cá nhân và gia đình tích hợp AI.</a:t>
          </a:r>
        </a:p>
      </dsp:txBody>
      <dsp:txXfrm>
        <a:off x="546776" y="1281317"/>
        <a:ext cx="2182491" cy="2035679"/>
      </dsp:txXfrm>
    </dsp:sp>
    <dsp:sp modelId="{44B46BF0-D3D8-49D8-A361-7067350A8185}">
      <dsp:nvSpPr>
        <dsp:cNvPr id="0" name=""/>
        <dsp:cNvSpPr/>
      </dsp:nvSpPr>
      <dsp:spPr>
        <a:xfrm>
          <a:off x="6247680" y="974239"/>
          <a:ext cx="2309157" cy="23249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83D5A-71DA-4FCC-A180-93CB45626B43}">
      <dsp:nvSpPr>
        <dsp:cNvPr id="0" name=""/>
        <dsp:cNvSpPr/>
      </dsp:nvSpPr>
      <dsp:spPr>
        <a:xfrm>
          <a:off x="6504253" y="1217984"/>
          <a:ext cx="2309157" cy="23249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Việc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AI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góp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phần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nâng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cao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khả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năng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phân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dữ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liệu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hỗ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trợ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ra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quyết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định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tài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chính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6571886" y="1285617"/>
        <a:ext cx="2173891" cy="2189635"/>
      </dsp:txXfrm>
    </dsp:sp>
    <dsp:sp modelId="{0BBA2F13-4BCE-4B17-8B79-5000C7B2BB84}">
      <dsp:nvSpPr>
        <dsp:cNvPr id="0" name=""/>
        <dsp:cNvSpPr/>
      </dsp:nvSpPr>
      <dsp:spPr>
        <a:xfrm>
          <a:off x="8832570" y="974239"/>
          <a:ext cx="2309157" cy="2252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6AB75-5F9E-42AA-83A7-7B142D3626C4}">
      <dsp:nvSpPr>
        <dsp:cNvPr id="0" name=""/>
        <dsp:cNvSpPr/>
      </dsp:nvSpPr>
      <dsp:spPr>
        <a:xfrm>
          <a:off x="9089143" y="1217984"/>
          <a:ext cx="2309157" cy="2252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vi-VN" sz="2000" kern="1200" dirty="0" err="1"/>
            <a:t>Kết</a:t>
          </a:r>
          <a:r>
            <a:rPr lang="vi-VN" sz="2000" kern="1200" dirty="0"/>
            <a:t> </a:t>
          </a:r>
          <a:r>
            <a:rPr lang="vi-VN" sz="2000" kern="1200" dirty="0" err="1"/>
            <a:t>quả</a:t>
          </a:r>
          <a:r>
            <a:rPr lang="vi-VN" sz="2000" kern="1200" dirty="0"/>
            <a:t> </a:t>
          </a:r>
          <a:r>
            <a:rPr lang="vi-VN" sz="2000" kern="1200" dirty="0" err="1"/>
            <a:t>đạt</a:t>
          </a:r>
          <a:r>
            <a:rPr lang="vi-VN" sz="2000" kern="1200" dirty="0"/>
            <a:t> </a:t>
          </a:r>
          <a:r>
            <a:rPr lang="vi-VN" sz="2000" kern="1200" dirty="0" err="1"/>
            <a:t>được</a:t>
          </a:r>
          <a:r>
            <a:rPr lang="vi-VN" sz="2000" kern="1200" dirty="0"/>
            <a:t> </a:t>
          </a:r>
          <a:r>
            <a:rPr lang="vi-VN" sz="2000" kern="1200" dirty="0" err="1"/>
            <a:t>là</a:t>
          </a:r>
          <a:r>
            <a:rPr lang="vi-VN" sz="2000" kern="1200" dirty="0"/>
            <a:t> </a:t>
          </a:r>
          <a:r>
            <a:rPr lang="vi-VN" sz="2000" kern="1200" dirty="0" err="1"/>
            <a:t>nền</a:t>
          </a:r>
          <a:r>
            <a:rPr lang="vi-VN" sz="2000" kern="1200" dirty="0"/>
            <a:t> </a:t>
          </a:r>
          <a:r>
            <a:rPr lang="vi-VN" sz="2000" kern="1200" dirty="0" err="1"/>
            <a:t>tảng</a:t>
          </a:r>
          <a:r>
            <a:rPr lang="vi-VN" sz="2000" kern="1200" dirty="0"/>
            <a:t> </a:t>
          </a:r>
          <a:r>
            <a:rPr lang="vi-VN" sz="2000" kern="1200" dirty="0" err="1"/>
            <a:t>để</a:t>
          </a:r>
          <a:r>
            <a:rPr lang="vi-VN" sz="2000" kern="1200" dirty="0"/>
            <a:t> </a:t>
          </a:r>
          <a:r>
            <a:rPr lang="vi-VN" sz="2000" kern="1200" dirty="0" err="1"/>
            <a:t>tiếp</a:t>
          </a:r>
          <a:r>
            <a:rPr lang="vi-VN" sz="2000" kern="1200" dirty="0"/>
            <a:t> </a:t>
          </a:r>
          <a:r>
            <a:rPr lang="vi-VN" sz="2000" kern="1200" dirty="0" err="1"/>
            <a:t>tục</a:t>
          </a:r>
          <a:r>
            <a:rPr lang="vi-VN" sz="2000" kern="1200" dirty="0"/>
            <a:t> </a:t>
          </a:r>
          <a:r>
            <a:rPr lang="vi-VN" sz="2000" kern="1200" dirty="0" err="1"/>
            <a:t>phát</a:t>
          </a:r>
          <a:r>
            <a:rPr lang="vi-VN" sz="2000" kern="1200" dirty="0"/>
            <a:t> </a:t>
          </a:r>
          <a:r>
            <a:rPr lang="vi-VN" sz="2000" kern="1200" dirty="0" err="1"/>
            <a:t>triển</a:t>
          </a:r>
          <a:r>
            <a:rPr lang="vi-VN" sz="2000" kern="1200" dirty="0"/>
            <a:t> </a:t>
          </a:r>
          <a:r>
            <a:rPr lang="vi-VN" sz="2000" kern="1200" dirty="0" err="1"/>
            <a:t>các</a:t>
          </a:r>
          <a:r>
            <a:rPr lang="vi-VN" sz="2000" kern="1200" dirty="0"/>
            <a:t> </a:t>
          </a:r>
          <a:r>
            <a:rPr lang="vi-VN" sz="2000" kern="1200" dirty="0" err="1"/>
            <a:t>chức</a:t>
          </a:r>
          <a:r>
            <a:rPr lang="vi-VN" sz="2000" kern="1200" dirty="0"/>
            <a:t> năng nâng cao trong tương lai.</a:t>
          </a:r>
          <a:endParaRPr lang="en-US" sz="2000" kern="1200" dirty="0"/>
        </a:p>
      </dsp:txBody>
      <dsp:txXfrm>
        <a:off x="9155109" y="1283950"/>
        <a:ext cx="2177225" cy="2120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B0B71-C70B-4A5E-A584-F2BCD02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88F16-A61D-49AD-B2B9-96DF463BE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0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Đây </a:t>
            </a:r>
            <a:r>
              <a:rPr lang="vi-VN" dirty="0" err="1"/>
              <a:t>là</a:t>
            </a:r>
            <a:r>
              <a:rPr lang="vi-VN" dirty="0"/>
              <a:t> sơ </a:t>
            </a:r>
            <a:r>
              <a:rPr lang="vi-VN" dirty="0" err="1"/>
              <a:t>đồ</a:t>
            </a:r>
            <a:r>
              <a:rPr lang="vi-VN" dirty="0"/>
              <a:t> </a:t>
            </a:r>
            <a:r>
              <a:rPr lang="vi-VN" dirty="0" err="1"/>
              <a:t>Use</a:t>
            </a:r>
            <a:r>
              <a:rPr lang="vi-VN" dirty="0"/>
              <a:t> </a:t>
            </a:r>
            <a:r>
              <a:rPr lang="vi-VN" dirty="0" err="1"/>
              <a:t>Case</a:t>
            </a:r>
            <a:r>
              <a:rPr lang="vi-VN" dirty="0"/>
              <a:t> </a:t>
            </a:r>
            <a:r>
              <a:rPr lang="vi-VN" dirty="0" err="1"/>
              <a:t>tổng</a:t>
            </a:r>
            <a:r>
              <a:rPr lang="vi-VN" dirty="0"/>
              <a:t> </a:t>
            </a:r>
            <a:r>
              <a:rPr lang="vi-VN" dirty="0" err="1"/>
              <a:t>quát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cá</a:t>
            </a:r>
            <a:r>
              <a:rPr lang="vi-VN" dirty="0"/>
              <a:t> nhân </a:t>
            </a:r>
            <a:r>
              <a:rPr lang="vi-VN" dirty="0" err="1"/>
              <a:t>và</a:t>
            </a:r>
            <a:r>
              <a:rPr lang="vi-VN" dirty="0"/>
              <a:t> gia </a:t>
            </a:r>
            <a:r>
              <a:rPr lang="vi-VN" dirty="0" err="1"/>
              <a:t>đình</a:t>
            </a:r>
            <a:r>
              <a:rPr lang="vi-VN" dirty="0"/>
              <a:t>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 AI.</a:t>
            </a:r>
          </a:p>
          <a:p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</a:t>
            </a:r>
            <a:r>
              <a:rPr lang="vi-VN" dirty="0" err="1"/>
              <a:t>sẽ</a:t>
            </a:r>
            <a:r>
              <a:rPr lang="vi-VN" dirty="0"/>
              <a:t> tương </a:t>
            </a:r>
            <a:r>
              <a:rPr lang="vi-VN" dirty="0" err="1"/>
              <a:t>tác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thông qua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chức</a:t>
            </a:r>
            <a:r>
              <a:rPr lang="vi-VN" dirty="0"/>
              <a:t> năng </a:t>
            </a:r>
            <a:r>
              <a:rPr lang="vi-VN" dirty="0" err="1"/>
              <a:t>chính</a:t>
            </a:r>
            <a:r>
              <a:rPr lang="vi-VN" dirty="0"/>
              <a:t> như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giao </a:t>
            </a:r>
            <a:r>
              <a:rPr lang="vi-VN" dirty="0" err="1"/>
              <a:t>dịch</a:t>
            </a:r>
            <a:r>
              <a:rPr lang="vi-VN" dirty="0"/>
              <a:t>,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danh </a:t>
            </a:r>
            <a:r>
              <a:rPr lang="vi-VN" dirty="0" err="1"/>
              <a:t>mục</a:t>
            </a:r>
            <a:r>
              <a:rPr lang="vi-VN" dirty="0"/>
              <a:t>, </a:t>
            </a:r>
            <a:r>
              <a:rPr lang="vi-VN" dirty="0" err="1"/>
              <a:t>nguồn</a:t>
            </a:r>
            <a:r>
              <a:rPr lang="vi-VN" dirty="0"/>
              <a:t> </a:t>
            </a:r>
            <a:r>
              <a:rPr lang="vi-VN" dirty="0" err="1"/>
              <a:t>tiền</a:t>
            </a:r>
            <a:r>
              <a:rPr lang="vi-VN" dirty="0"/>
              <a:t>, </a:t>
            </a:r>
            <a:r>
              <a:rPr lang="vi-VN" dirty="0" err="1"/>
              <a:t>mục</a:t>
            </a:r>
            <a:r>
              <a:rPr lang="vi-VN" dirty="0"/>
              <a:t> tiêu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ngân </a:t>
            </a:r>
            <a:r>
              <a:rPr lang="vi-VN" dirty="0" err="1"/>
              <a:t>sách</a:t>
            </a:r>
            <a:r>
              <a:rPr lang="vi-VN" dirty="0"/>
              <a:t>.</a:t>
            </a:r>
          </a:p>
          <a:p>
            <a:r>
              <a:rPr lang="vi-VN" dirty="0" err="1"/>
              <a:t>Ngoài</a:t>
            </a:r>
            <a:r>
              <a:rPr lang="vi-VN" dirty="0"/>
              <a:t> ra,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còn</a:t>
            </a:r>
            <a:r>
              <a:rPr lang="vi-VN" dirty="0"/>
              <a:t> </a:t>
            </a:r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chi tiêu gia </a:t>
            </a:r>
            <a:r>
              <a:rPr lang="vi-VN" dirty="0" err="1"/>
              <a:t>đình</a:t>
            </a:r>
            <a:r>
              <a:rPr lang="vi-VN" dirty="0"/>
              <a:t>, </a:t>
            </a:r>
            <a:r>
              <a:rPr lang="vi-VN" dirty="0" err="1"/>
              <a:t>thống</a:t>
            </a:r>
            <a:r>
              <a:rPr lang="vi-VN" dirty="0"/>
              <a:t> kê </a:t>
            </a:r>
            <a:r>
              <a:rPr lang="vi-VN" dirty="0" err="1"/>
              <a:t>báo</a:t>
            </a:r>
            <a:r>
              <a:rPr lang="vi-VN" dirty="0"/>
              <a:t> </a:t>
            </a:r>
            <a:r>
              <a:rPr lang="vi-VN" dirty="0" err="1"/>
              <a:t>cáo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AI </a:t>
            </a:r>
            <a:r>
              <a:rPr lang="vi-VN" dirty="0" err="1"/>
              <a:t>nhằm</a:t>
            </a:r>
            <a:r>
              <a:rPr lang="vi-VN" dirty="0"/>
              <a:t> </a:t>
            </a:r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phân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đưa ra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gợi</a:t>
            </a:r>
            <a:r>
              <a:rPr lang="vi-VN" dirty="0"/>
              <a:t> ý </a:t>
            </a:r>
            <a:r>
              <a:rPr lang="vi-VN" dirty="0" err="1"/>
              <a:t>phù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 cho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.</a:t>
            </a:r>
          </a:p>
          <a:p>
            <a:r>
              <a:rPr lang="vi-VN" dirty="0"/>
              <a:t>Sơ </a:t>
            </a:r>
            <a:r>
              <a:rPr lang="vi-VN" dirty="0" err="1"/>
              <a:t>đồ</a:t>
            </a:r>
            <a:r>
              <a:rPr lang="vi-VN" dirty="0"/>
              <a:t> </a:t>
            </a:r>
            <a:r>
              <a:rPr lang="vi-VN" dirty="0" err="1"/>
              <a:t>giúp</a:t>
            </a:r>
            <a:r>
              <a:rPr lang="vi-VN" dirty="0"/>
              <a:t> mô </a:t>
            </a:r>
            <a:r>
              <a:rPr lang="vi-VN" dirty="0" err="1"/>
              <a:t>tả</a:t>
            </a:r>
            <a:r>
              <a:rPr lang="vi-VN" dirty="0"/>
              <a:t> </a:t>
            </a:r>
            <a:r>
              <a:rPr lang="vi-VN" dirty="0" err="1"/>
              <a:t>tổng</a:t>
            </a:r>
            <a:r>
              <a:rPr lang="vi-VN" dirty="0"/>
              <a:t> quan </a:t>
            </a:r>
            <a:r>
              <a:rPr lang="vi-VN" dirty="0" err="1"/>
              <a:t>phạm</a:t>
            </a:r>
            <a:r>
              <a:rPr lang="vi-VN" dirty="0"/>
              <a:t> vi </a:t>
            </a:r>
            <a:r>
              <a:rPr lang="vi-VN" dirty="0" err="1"/>
              <a:t>chức</a:t>
            </a:r>
            <a:r>
              <a:rPr lang="vi-VN" dirty="0"/>
              <a:t> năng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mối</a:t>
            </a:r>
            <a:r>
              <a:rPr lang="vi-VN" dirty="0"/>
              <a:t> quan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giữa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F16-A61D-49AD-B2B9-96DF463BED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7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xây </a:t>
            </a:r>
            <a:r>
              <a:rPr lang="vi-VN" dirty="0" err="1"/>
              <a:t>dựng</a:t>
            </a:r>
            <a:r>
              <a:rPr lang="vi-VN" dirty="0"/>
              <a:t> theo mô hình </a:t>
            </a:r>
            <a:r>
              <a:rPr lang="vi-VN" dirty="0" err="1"/>
              <a:t>Client</a:t>
            </a:r>
            <a:r>
              <a:rPr lang="vi-VN" dirty="0"/>
              <a:t> - Server.</a:t>
            </a:r>
          </a:p>
          <a:p>
            <a:r>
              <a:rPr lang="vi-VN" dirty="0" err="1"/>
              <a:t>Phía</a:t>
            </a:r>
            <a:r>
              <a:rPr lang="vi-VN" dirty="0"/>
              <a:t> </a:t>
            </a:r>
            <a:r>
              <a:rPr lang="vi-VN" dirty="0" err="1"/>
              <a:t>Frontend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phát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</a:t>
            </a:r>
            <a:r>
              <a:rPr lang="vi-VN" dirty="0" err="1"/>
              <a:t>bằng</a:t>
            </a:r>
            <a:r>
              <a:rPr lang="vi-VN" dirty="0"/>
              <a:t> </a:t>
            </a:r>
            <a:r>
              <a:rPr lang="vi-VN" dirty="0" err="1"/>
              <a:t>ReactJS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Vite</a:t>
            </a:r>
            <a:r>
              <a:rPr lang="vi-VN" dirty="0"/>
              <a:t>, </a:t>
            </a:r>
            <a:r>
              <a:rPr lang="vi-VN" dirty="0" err="1"/>
              <a:t>chịu</a:t>
            </a:r>
            <a:r>
              <a:rPr lang="vi-VN" dirty="0"/>
              <a:t> </a:t>
            </a:r>
            <a:r>
              <a:rPr lang="vi-VN" dirty="0" err="1"/>
              <a:t>trách</a:t>
            </a:r>
            <a:r>
              <a:rPr lang="vi-VN" dirty="0"/>
              <a:t> </a:t>
            </a:r>
            <a:r>
              <a:rPr lang="vi-VN" dirty="0" err="1"/>
              <a:t>nhiệm</a:t>
            </a:r>
            <a:r>
              <a:rPr lang="vi-VN" dirty="0"/>
              <a:t> </a:t>
            </a:r>
            <a:r>
              <a:rPr lang="vi-VN" dirty="0" err="1"/>
              <a:t>hiển</a:t>
            </a:r>
            <a:r>
              <a:rPr lang="vi-VN" dirty="0"/>
              <a:t> </a:t>
            </a:r>
            <a:r>
              <a:rPr lang="vi-VN" dirty="0" err="1"/>
              <a:t>thị</a:t>
            </a:r>
            <a:r>
              <a:rPr lang="vi-VN" dirty="0"/>
              <a:t> giao </a:t>
            </a:r>
            <a:r>
              <a:rPr lang="vi-VN" dirty="0" err="1"/>
              <a:t>diện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</a:t>
            </a:r>
            <a:r>
              <a:rPr lang="vi-VN" dirty="0" err="1"/>
              <a:t>nhận</a:t>
            </a:r>
            <a:r>
              <a:rPr lang="vi-VN" dirty="0"/>
              <a:t> thao </a:t>
            </a:r>
            <a:r>
              <a:rPr lang="vi-VN" dirty="0" err="1"/>
              <a:t>tác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.</a:t>
            </a:r>
          </a:p>
          <a:p>
            <a:r>
              <a:rPr lang="vi-VN" dirty="0" err="1"/>
              <a:t>Các</a:t>
            </a:r>
            <a:r>
              <a:rPr lang="vi-VN" dirty="0"/>
              <a:t> yêu </a:t>
            </a:r>
            <a:r>
              <a:rPr lang="vi-VN" dirty="0" err="1"/>
              <a:t>cầu</a:t>
            </a:r>
            <a:r>
              <a:rPr lang="vi-VN" dirty="0"/>
              <a:t> </a:t>
            </a:r>
            <a:r>
              <a:rPr lang="vi-VN" dirty="0" err="1"/>
              <a:t>sẽ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gửi</a:t>
            </a:r>
            <a:r>
              <a:rPr lang="vi-VN" dirty="0"/>
              <a:t> </a:t>
            </a:r>
            <a:r>
              <a:rPr lang="vi-VN" dirty="0" err="1"/>
              <a:t>đến</a:t>
            </a:r>
            <a:r>
              <a:rPr lang="vi-VN" dirty="0"/>
              <a:t> </a:t>
            </a:r>
            <a:r>
              <a:rPr lang="vi-VN" dirty="0" err="1"/>
              <a:t>Backend</a:t>
            </a:r>
            <a:r>
              <a:rPr lang="vi-VN" dirty="0"/>
              <a:t> thông qua REST API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nghiệp</a:t>
            </a:r>
            <a:r>
              <a:rPr lang="vi-VN" dirty="0"/>
              <a:t> </a:t>
            </a:r>
            <a:r>
              <a:rPr lang="vi-VN" dirty="0" err="1"/>
              <a:t>vụ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lưu </a:t>
            </a:r>
            <a:r>
              <a:rPr lang="vi-VN" dirty="0" err="1"/>
              <a:t>trữ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trên </a:t>
            </a:r>
            <a:r>
              <a:rPr lang="vi-VN" dirty="0" err="1"/>
              <a:t>MongoDB</a:t>
            </a:r>
            <a:r>
              <a:rPr lang="vi-VN" dirty="0"/>
              <a:t>.</a:t>
            </a:r>
          </a:p>
          <a:p>
            <a:r>
              <a:rPr lang="vi-VN" dirty="0"/>
              <a:t>Bên </a:t>
            </a:r>
            <a:r>
              <a:rPr lang="vi-VN" dirty="0" err="1"/>
              <a:t>cạnh</a:t>
            </a:r>
            <a:r>
              <a:rPr lang="vi-VN" dirty="0"/>
              <a:t> </a:t>
            </a:r>
            <a:r>
              <a:rPr lang="vi-VN" dirty="0" err="1"/>
              <a:t>đó</a:t>
            </a:r>
            <a:r>
              <a:rPr lang="vi-VN" dirty="0"/>
              <a:t>,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còn</a:t>
            </a:r>
            <a:r>
              <a:rPr lang="vi-VN" dirty="0"/>
              <a:t>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 </a:t>
            </a:r>
            <a:r>
              <a:rPr lang="vi-VN" dirty="0" err="1"/>
              <a:t>Gemini</a:t>
            </a:r>
            <a:r>
              <a:rPr lang="vi-VN" dirty="0"/>
              <a:t> AI </a:t>
            </a:r>
            <a:r>
              <a:rPr lang="vi-VN" dirty="0" err="1"/>
              <a:t>nhằm</a:t>
            </a:r>
            <a:r>
              <a:rPr lang="vi-VN" dirty="0"/>
              <a:t> </a:t>
            </a:r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phân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yêu </a:t>
            </a:r>
            <a:r>
              <a:rPr lang="vi-VN" dirty="0" err="1"/>
              <a:t>cầu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thông qua </a:t>
            </a:r>
            <a:r>
              <a:rPr lang="vi-VN" dirty="0" err="1"/>
              <a:t>trợ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AI.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F16-A61D-49AD-B2B9-96DF463BED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53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Đây </a:t>
            </a:r>
            <a:r>
              <a:rPr lang="vi-VN" dirty="0" err="1"/>
              <a:t>là</a:t>
            </a:r>
            <a:r>
              <a:rPr lang="vi-VN" dirty="0"/>
              <a:t> sơ </a:t>
            </a:r>
            <a:r>
              <a:rPr lang="vi-VN" dirty="0" err="1"/>
              <a:t>đồ</a:t>
            </a:r>
            <a:r>
              <a:rPr lang="vi-VN" dirty="0"/>
              <a:t> cơ </a:t>
            </a:r>
            <a:r>
              <a:rPr lang="vi-VN" dirty="0" err="1"/>
              <a:t>sở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thiết</a:t>
            </a:r>
            <a:r>
              <a:rPr lang="vi-VN" dirty="0"/>
              <a:t> </a:t>
            </a:r>
            <a:r>
              <a:rPr lang="vi-VN" dirty="0" err="1"/>
              <a:t>kế</a:t>
            </a:r>
            <a:r>
              <a:rPr lang="vi-VN" dirty="0"/>
              <a:t> trên </a:t>
            </a:r>
            <a:r>
              <a:rPr lang="vi-VN" dirty="0" err="1"/>
              <a:t>nền</a:t>
            </a:r>
            <a:r>
              <a:rPr lang="vi-VN" dirty="0"/>
              <a:t> </a:t>
            </a:r>
            <a:r>
              <a:rPr lang="vi-VN" dirty="0" err="1"/>
              <a:t>tảng</a:t>
            </a:r>
            <a:r>
              <a:rPr lang="vi-VN" dirty="0"/>
              <a:t> </a:t>
            </a:r>
            <a:r>
              <a:rPr lang="vi-VN" dirty="0" err="1"/>
              <a:t>MongoDB</a:t>
            </a:r>
            <a:r>
              <a:rPr lang="vi-VN" dirty="0"/>
              <a:t>.</a:t>
            </a:r>
          </a:p>
          <a:p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collection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bao </a:t>
            </a:r>
            <a:r>
              <a:rPr lang="vi-VN" dirty="0" err="1"/>
              <a:t>gồm</a:t>
            </a:r>
            <a:r>
              <a:rPr lang="vi-VN" dirty="0"/>
              <a:t> </a:t>
            </a:r>
            <a:r>
              <a:rPr lang="vi-VN" dirty="0" err="1"/>
              <a:t>Users</a:t>
            </a:r>
            <a:r>
              <a:rPr lang="vi-VN" dirty="0"/>
              <a:t>, </a:t>
            </a:r>
            <a:r>
              <a:rPr lang="vi-VN" dirty="0" err="1"/>
              <a:t>Transactions</a:t>
            </a:r>
            <a:r>
              <a:rPr lang="vi-VN" dirty="0"/>
              <a:t>, </a:t>
            </a:r>
            <a:r>
              <a:rPr lang="vi-VN" dirty="0" err="1"/>
              <a:t>Categories</a:t>
            </a:r>
            <a:r>
              <a:rPr lang="vi-VN" dirty="0"/>
              <a:t>, </a:t>
            </a:r>
            <a:r>
              <a:rPr lang="vi-VN" dirty="0" err="1"/>
              <a:t>Accounts</a:t>
            </a:r>
            <a:r>
              <a:rPr lang="vi-VN" dirty="0"/>
              <a:t>, </a:t>
            </a:r>
            <a:r>
              <a:rPr lang="vi-VN" dirty="0" err="1"/>
              <a:t>Goals</a:t>
            </a:r>
            <a:r>
              <a:rPr lang="vi-VN" dirty="0"/>
              <a:t>, </a:t>
            </a:r>
            <a:r>
              <a:rPr lang="vi-VN" dirty="0" err="1"/>
              <a:t>Budgets</a:t>
            </a:r>
            <a:r>
              <a:rPr lang="vi-VN" dirty="0"/>
              <a:t>, </a:t>
            </a:r>
            <a:r>
              <a:rPr lang="vi-VN" dirty="0" err="1"/>
              <a:t>Families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Notifications</a:t>
            </a:r>
            <a:r>
              <a:rPr lang="vi-VN" dirty="0"/>
              <a:t>.</a:t>
            </a:r>
          </a:p>
          <a:p>
            <a:r>
              <a:rPr lang="vi-VN" dirty="0"/>
              <a:t>Trong </a:t>
            </a:r>
            <a:r>
              <a:rPr lang="vi-VN" dirty="0" err="1"/>
              <a:t>đó</a:t>
            </a:r>
            <a:r>
              <a:rPr lang="vi-VN" dirty="0"/>
              <a:t>, </a:t>
            </a:r>
            <a:r>
              <a:rPr lang="vi-VN" dirty="0" err="1"/>
              <a:t>Transactions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collection</a:t>
            </a:r>
            <a:r>
              <a:rPr lang="vi-VN" dirty="0"/>
              <a:t> trung tâm </a:t>
            </a:r>
            <a:r>
              <a:rPr lang="vi-VN" dirty="0" err="1"/>
              <a:t>và</a:t>
            </a:r>
            <a:r>
              <a:rPr lang="vi-VN" dirty="0"/>
              <a:t> liên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nhiều</a:t>
            </a:r>
            <a:r>
              <a:rPr lang="vi-VN" dirty="0"/>
              <a:t> </a:t>
            </a:r>
            <a:r>
              <a:rPr lang="vi-VN" dirty="0" err="1"/>
              <a:t>thành</a:t>
            </a:r>
            <a:r>
              <a:rPr lang="vi-VN" dirty="0"/>
              <a:t> </a:t>
            </a:r>
            <a:r>
              <a:rPr lang="vi-VN" dirty="0" err="1"/>
              <a:t>phần</a:t>
            </a:r>
            <a:r>
              <a:rPr lang="vi-VN" dirty="0"/>
              <a:t> </a:t>
            </a:r>
            <a:r>
              <a:rPr lang="vi-VN" dirty="0" err="1"/>
              <a:t>khác</a:t>
            </a:r>
            <a:r>
              <a:rPr lang="vi-VN" dirty="0"/>
              <a:t> như danh </a:t>
            </a:r>
            <a:r>
              <a:rPr lang="vi-VN" dirty="0" err="1"/>
              <a:t>mục</a:t>
            </a:r>
            <a:r>
              <a:rPr lang="vi-VN" dirty="0"/>
              <a:t>, </a:t>
            </a:r>
            <a:r>
              <a:rPr lang="vi-VN" dirty="0" err="1"/>
              <a:t>nguồn</a:t>
            </a:r>
            <a:r>
              <a:rPr lang="vi-VN" dirty="0"/>
              <a:t> </a:t>
            </a:r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.</a:t>
            </a:r>
          </a:p>
          <a:p>
            <a:r>
              <a:rPr lang="vi-VN" dirty="0" err="1"/>
              <a:t>Thiết</a:t>
            </a:r>
            <a:r>
              <a:rPr lang="vi-VN" dirty="0"/>
              <a:t> </a:t>
            </a:r>
            <a:r>
              <a:rPr lang="vi-VN" dirty="0" err="1"/>
              <a:t>kế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 </a:t>
            </a:r>
            <a:r>
              <a:rPr lang="vi-VN" dirty="0" err="1"/>
              <a:t>giúp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dễ</a:t>
            </a:r>
            <a:r>
              <a:rPr lang="vi-VN" dirty="0"/>
              <a:t> </a:t>
            </a:r>
            <a:r>
              <a:rPr lang="vi-VN" dirty="0" err="1"/>
              <a:t>mở</a:t>
            </a:r>
            <a:r>
              <a:rPr lang="vi-VN" dirty="0"/>
              <a:t> </a:t>
            </a:r>
            <a:r>
              <a:rPr lang="vi-VN" dirty="0" err="1"/>
              <a:t>rộng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đáp</a:t>
            </a:r>
            <a:r>
              <a:rPr lang="vi-VN" dirty="0"/>
              <a:t> </a:t>
            </a:r>
            <a:r>
              <a:rPr lang="vi-VN" dirty="0" err="1"/>
              <a:t>ứng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nhu </a:t>
            </a:r>
            <a:r>
              <a:rPr lang="vi-VN" dirty="0" err="1"/>
              <a:t>cầu</a:t>
            </a:r>
            <a:r>
              <a:rPr lang="vi-VN" dirty="0"/>
              <a:t>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cá</a:t>
            </a:r>
            <a:r>
              <a:rPr lang="vi-VN" dirty="0"/>
              <a:t> nhân </a:t>
            </a:r>
            <a:r>
              <a:rPr lang="vi-VN" dirty="0" err="1"/>
              <a:t>cũng</a:t>
            </a:r>
            <a:r>
              <a:rPr lang="vi-VN" dirty="0"/>
              <a:t> như gia </a:t>
            </a:r>
            <a:r>
              <a:rPr lang="vi-VN" dirty="0" err="1"/>
              <a:t>đình</a:t>
            </a:r>
            <a:r>
              <a:rPr lang="vi-VN" dirty="0"/>
              <a:t> trong tương lai.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dung MongoDB </a:t>
            </a:r>
            <a:r>
              <a:rPr lang="en-US" dirty="0" err="1"/>
              <a:t>mà</a:t>
            </a:r>
            <a:r>
              <a:rPr lang="en-US" dirty="0"/>
              <a:t> k dung MySQL:</a:t>
            </a:r>
          </a:p>
          <a:p>
            <a:r>
              <a:rPr lang="vi-VN" dirty="0"/>
              <a:t>Do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tính</a:t>
            </a:r>
            <a:r>
              <a:rPr lang="vi-VN" dirty="0"/>
              <a:t> linh </a:t>
            </a:r>
            <a:r>
              <a:rPr lang="vi-VN" dirty="0" err="1"/>
              <a:t>hoạt</a:t>
            </a:r>
            <a:r>
              <a:rPr lang="vi-VN" dirty="0"/>
              <a:t> cao, </a:t>
            </a:r>
            <a:r>
              <a:rPr lang="vi-VN" dirty="0" err="1"/>
              <a:t>đặc</a:t>
            </a:r>
            <a:r>
              <a:rPr lang="vi-VN" dirty="0"/>
              <a:t> </a:t>
            </a:r>
            <a:r>
              <a:rPr lang="vi-VN" dirty="0" err="1"/>
              <a:t>biệt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chức</a:t>
            </a:r>
            <a:r>
              <a:rPr lang="vi-VN" dirty="0"/>
              <a:t> năng như AI, gia </a:t>
            </a:r>
            <a:r>
              <a:rPr lang="vi-VN" dirty="0" err="1"/>
              <a:t>đình</a:t>
            </a:r>
            <a:r>
              <a:rPr lang="vi-VN" dirty="0"/>
              <a:t>, thông </a:t>
            </a:r>
            <a:r>
              <a:rPr lang="vi-VN" dirty="0" err="1"/>
              <a:t>báo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metadata</a:t>
            </a:r>
            <a:r>
              <a:rPr lang="vi-VN" dirty="0"/>
              <a:t> nên </a:t>
            </a:r>
            <a:r>
              <a:rPr lang="vi-VN" dirty="0" err="1"/>
              <a:t>MongoDB</a:t>
            </a:r>
            <a:r>
              <a:rPr lang="vi-VN" dirty="0"/>
              <a:t> </a:t>
            </a:r>
            <a:r>
              <a:rPr lang="vi-VN" dirty="0" err="1"/>
              <a:t>giúp</a:t>
            </a:r>
            <a:r>
              <a:rPr lang="vi-VN" dirty="0"/>
              <a:t> </a:t>
            </a:r>
            <a:r>
              <a:rPr lang="vi-VN" dirty="0" err="1"/>
              <a:t>việc</a:t>
            </a:r>
            <a:r>
              <a:rPr lang="vi-VN" dirty="0"/>
              <a:t> </a:t>
            </a:r>
            <a:r>
              <a:rPr lang="vi-VN" dirty="0" err="1"/>
              <a:t>mở</a:t>
            </a:r>
            <a:r>
              <a:rPr lang="vi-VN" dirty="0"/>
              <a:t> </a:t>
            </a:r>
            <a:r>
              <a:rPr lang="vi-VN" dirty="0" err="1"/>
              <a:t>rộng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thay </a:t>
            </a:r>
            <a:r>
              <a:rPr lang="vi-VN" dirty="0" err="1"/>
              <a:t>đổi</a:t>
            </a:r>
            <a:r>
              <a:rPr lang="vi-VN" dirty="0"/>
              <a:t> </a:t>
            </a:r>
            <a:r>
              <a:rPr lang="vi-VN" dirty="0" err="1"/>
              <a:t>cấu</a:t>
            </a:r>
            <a:r>
              <a:rPr lang="vi-VN" dirty="0"/>
              <a:t> </a:t>
            </a:r>
            <a:r>
              <a:rPr lang="vi-VN" dirty="0" err="1"/>
              <a:t>trúc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thuận</a:t>
            </a:r>
            <a:r>
              <a:rPr lang="vi-VN" dirty="0"/>
              <a:t> </a:t>
            </a:r>
            <a:r>
              <a:rPr lang="vi-VN" dirty="0" err="1"/>
              <a:t>tiện</a:t>
            </a:r>
            <a:r>
              <a:rPr lang="vi-VN" dirty="0"/>
              <a:t> hơn so </a:t>
            </a:r>
            <a:r>
              <a:rPr lang="vi-VN" dirty="0" err="1"/>
              <a:t>với</a:t>
            </a:r>
            <a:r>
              <a:rPr lang="vi-VN" dirty="0"/>
              <a:t> cơ </a:t>
            </a:r>
            <a:r>
              <a:rPr lang="vi-VN" dirty="0" err="1"/>
              <a:t>sở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quan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truyền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F16-A61D-49AD-B2B9-96DF463BED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Sau </a:t>
            </a:r>
            <a:r>
              <a:rPr lang="vi-VN" dirty="0" err="1"/>
              <a:t>quá</a:t>
            </a:r>
            <a:r>
              <a:rPr lang="vi-VN" dirty="0"/>
              <a:t> </a:t>
            </a:r>
            <a:r>
              <a:rPr lang="vi-VN" dirty="0" err="1"/>
              <a:t>trình</a:t>
            </a:r>
            <a:r>
              <a:rPr lang="vi-VN" dirty="0"/>
              <a:t> phân </a:t>
            </a:r>
            <a:r>
              <a:rPr lang="vi-VN" dirty="0" err="1"/>
              <a:t>tích</a:t>
            </a:r>
            <a:r>
              <a:rPr lang="vi-VN" dirty="0"/>
              <a:t>, </a:t>
            </a:r>
            <a:r>
              <a:rPr lang="vi-VN" dirty="0" err="1"/>
              <a:t>thiết</a:t>
            </a:r>
            <a:r>
              <a:rPr lang="vi-VN" dirty="0"/>
              <a:t> </a:t>
            </a:r>
            <a:r>
              <a:rPr lang="vi-VN" dirty="0" err="1"/>
              <a:t>kế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khai,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hoàn</a:t>
            </a:r>
            <a:r>
              <a:rPr lang="vi-VN" dirty="0"/>
              <a:t> </a:t>
            </a:r>
            <a:r>
              <a:rPr lang="vi-VN" dirty="0" err="1"/>
              <a:t>thành</a:t>
            </a:r>
            <a:r>
              <a:rPr lang="vi-VN" dirty="0"/>
              <a:t> </a:t>
            </a:r>
            <a:r>
              <a:rPr lang="vi-VN" dirty="0" err="1"/>
              <a:t>đầy</a:t>
            </a:r>
            <a:r>
              <a:rPr lang="vi-VN" dirty="0"/>
              <a:t> </a:t>
            </a:r>
            <a:r>
              <a:rPr lang="vi-VN" dirty="0" err="1"/>
              <a:t>đủ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chức</a:t>
            </a:r>
            <a:r>
              <a:rPr lang="vi-VN" dirty="0"/>
              <a:t> năng </a:t>
            </a:r>
            <a:r>
              <a:rPr lang="vi-VN" dirty="0" err="1"/>
              <a:t>chính</a:t>
            </a:r>
            <a:r>
              <a:rPr lang="vi-VN" dirty="0"/>
              <a:t> theo </a:t>
            </a:r>
            <a:r>
              <a:rPr lang="vi-VN" dirty="0" err="1"/>
              <a:t>mục</a:t>
            </a:r>
            <a:r>
              <a:rPr lang="vi-VN" dirty="0"/>
              <a:t> tiêu </a:t>
            </a:r>
            <a:r>
              <a:rPr lang="vi-VN" dirty="0" err="1"/>
              <a:t>đề</a:t>
            </a:r>
            <a:r>
              <a:rPr lang="vi-VN" dirty="0"/>
              <a:t> ra ban </a:t>
            </a:r>
            <a:r>
              <a:rPr lang="vi-VN" dirty="0" err="1"/>
              <a:t>đầu</a:t>
            </a:r>
            <a:r>
              <a:rPr lang="vi-VN" dirty="0"/>
              <a:t>.</a:t>
            </a:r>
          </a:p>
          <a:p>
            <a:r>
              <a:rPr lang="vi-VN" dirty="0" err="1"/>
              <a:t>Ngoài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chức</a:t>
            </a:r>
            <a:r>
              <a:rPr lang="vi-VN" dirty="0"/>
              <a:t> năng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truyền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, </a:t>
            </a:r>
            <a:r>
              <a:rPr lang="vi-VN" dirty="0" err="1"/>
              <a:t>đề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còn</a:t>
            </a:r>
            <a:r>
              <a:rPr lang="vi-VN" dirty="0"/>
              <a:t>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 AI </a:t>
            </a:r>
            <a:r>
              <a:rPr lang="vi-VN" dirty="0" err="1"/>
              <a:t>nhằm</a:t>
            </a:r>
            <a:r>
              <a:rPr lang="vi-VN" dirty="0"/>
              <a:t> </a:t>
            </a:r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trong </a:t>
            </a:r>
            <a:r>
              <a:rPr lang="vi-VN" dirty="0" err="1"/>
              <a:t>việc</a:t>
            </a:r>
            <a:r>
              <a:rPr lang="vi-VN" dirty="0"/>
              <a:t> phân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đưa ra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gợi</a:t>
            </a:r>
            <a:r>
              <a:rPr lang="vi-VN" dirty="0"/>
              <a:t> ý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phù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.</a:t>
            </a:r>
          </a:p>
          <a:p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hiện</a:t>
            </a:r>
            <a:r>
              <a:rPr lang="vi-VN" dirty="0"/>
              <a:t>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ổn</a:t>
            </a:r>
            <a:r>
              <a:rPr lang="vi-VN" dirty="0"/>
              <a:t> </a:t>
            </a:r>
            <a:r>
              <a:rPr lang="vi-VN" dirty="0" err="1"/>
              <a:t>định</a:t>
            </a:r>
            <a:r>
              <a:rPr lang="vi-VN" dirty="0"/>
              <a:t> trên </a:t>
            </a:r>
            <a:r>
              <a:rPr lang="vi-VN" dirty="0" err="1"/>
              <a:t>nền</a:t>
            </a:r>
            <a:r>
              <a:rPr lang="vi-VN" dirty="0"/>
              <a:t> </a:t>
            </a:r>
            <a:r>
              <a:rPr lang="vi-VN" dirty="0" err="1"/>
              <a:t>tảng</a:t>
            </a:r>
            <a:r>
              <a:rPr lang="vi-VN" dirty="0"/>
              <a:t> </a:t>
            </a:r>
            <a:r>
              <a:rPr lang="vi-VN" dirty="0" err="1"/>
              <a:t>web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khả</a:t>
            </a:r>
            <a:r>
              <a:rPr lang="vi-VN" dirty="0"/>
              <a:t> năng </a:t>
            </a:r>
            <a:r>
              <a:rPr lang="vi-VN" dirty="0" err="1"/>
              <a:t>triển</a:t>
            </a:r>
            <a:r>
              <a:rPr lang="vi-VN" dirty="0"/>
              <a:t> khai trên </a:t>
            </a:r>
            <a:r>
              <a:rPr lang="vi-VN" dirty="0" err="1"/>
              <a:t>thiết</a:t>
            </a:r>
            <a:r>
              <a:rPr lang="vi-VN" dirty="0"/>
              <a:t> bị </a:t>
            </a:r>
            <a:r>
              <a:rPr lang="vi-VN" dirty="0" err="1"/>
              <a:t>Android</a:t>
            </a:r>
            <a:r>
              <a:rPr lang="vi-VN" dirty="0"/>
              <a:t> thông qua </a:t>
            </a:r>
            <a:r>
              <a:rPr lang="vi-VN" dirty="0" err="1"/>
              <a:t>Capacitor</a:t>
            </a:r>
            <a:r>
              <a:rPr lang="vi-V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F16-A61D-49AD-B2B9-96DF463BED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30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Mặc</a:t>
            </a:r>
            <a:r>
              <a:rPr lang="vi-VN" dirty="0"/>
              <a:t> </a:t>
            </a:r>
            <a:r>
              <a:rPr lang="vi-VN" dirty="0" err="1"/>
              <a:t>dù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hoàn</a:t>
            </a:r>
            <a:r>
              <a:rPr lang="vi-VN" dirty="0"/>
              <a:t> </a:t>
            </a:r>
            <a:r>
              <a:rPr lang="vi-VN" dirty="0" err="1"/>
              <a:t>thành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chức</a:t>
            </a:r>
            <a:r>
              <a:rPr lang="vi-VN" dirty="0"/>
              <a:t> năng </a:t>
            </a:r>
            <a:r>
              <a:rPr lang="vi-VN" dirty="0" err="1"/>
              <a:t>chính</a:t>
            </a:r>
            <a:r>
              <a:rPr lang="vi-VN" dirty="0"/>
              <a:t>, tuy nhiên do </a:t>
            </a:r>
            <a:r>
              <a:rPr lang="vi-VN" dirty="0" err="1"/>
              <a:t>giới</a:t>
            </a:r>
            <a:r>
              <a:rPr lang="vi-VN" dirty="0"/>
              <a:t> </a:t>
            </a:r>
            <a:r>
              <a:rPr lang="vi-VN" dirty="0" err="1"/>
              <a:t>hạn</a:t>
            </a:r>
            <a:r>
              <a:rPr lang="vi-VN" dirty="0"/>
              <a:t> </a:t>
            </a:r>
            <a:r>
              <a:rPr lang="vi-VN" dirty="0" err="1"/>
              <a:t>về</a:t>
            </a:r>
            <a:r>
              <a:rPr lang="vi-VN" dirty="0"/>
              <a:t> </a:t>
            </a:r>
            <a:r>
              <a:rPr lang="vi-VN" dirty="0" err="1"/>
              <a:t>thời</a:t>
            </a:r>
            <a:r>
              <a:rPr lang="vi-VN" dirty="0"/>
              <a:t> gian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phạm</a:t>
            </a:r>
            <a:r>
              <a:rPr lang="vi-VN" dirty="0"/>
              <a:t> vi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khóa</a:t>
            </a:r>
            <a:r>
              <a:rPr lang="vi-VN" dirty="0"/>
              <a:t> </a:t>
            </a:r>
            <a:r>
              <a:rPr lang="vi-VN" dirty="0" err="1"/>
              <a:t>luận</a:t>
            </a:r>
            <a:r>
              <a:rPr lang="vi-VN" dirty="0"/>
              <a:t> nên </a:t>
            </a:r>
            <a:r>
              <a:rPr lang="vi-VN" dirty="0" err="1"/>
              <a:t>vẫn</a:t>
            </a:r>
            <a:r>
              <a:rPr lang="vi-VN" dirty="0"/>
              <a:t> </a:t>
            </a:r>
            <a:r>
              <a:rPr lang="vi-VN" dirty="0" err="1"/>
              <a:t>còn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số</a:t>
            </a:r>
            <a:r>
              <a:rPr lang="vi-VN" dirty="0"/>
              <a:t> </a:t>
            </a:r>
            <a:r>
              <a:rPr lang="vi-VN" dirty="0" err="1"/>
              <a:t>hạn</a:t>
            </a:r>
            <a:r>
              <a:rPr lang="vi-VN" dirty="0"/>
              <a:t> </a:t>
            </a:r>
            <a:r>
              <a:rPr lang="vi-VN" dirty="0" err="1"/>
              <a:t>chế</a:t>
            </a:r>
            <a:r>
              <a:rPr lang="vi-VN" dirty="0"/>
              <a:t> </a:t>
            </a:r>
            <a:r>
              <a:rPr lang="vi-VN" dirty="0" err="1"/>
              <a:t>nhất</a:t>
            </a:r>
            <a:r>
              <a:rPr lang="vi-VN" dirty="0"/>
              <a:t> </a:t>
            </a:r>
            <a:r>
              <a:rPr lang="vi-VN" dirty="0" err="1"/>
              <a:t>định</a:t>
            </a:r>
            <a:r>
              <a:rPr lang="vi-VN" dirty="0"/>
              <a:t>.</a:t>
            </a:r>
          </a:p>
          <a:p>
            <a:r>
              <a:rPr lang="vi-VN" dirty="0"/>
              <a:t>Trong tương lai,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mở</a:t>
            </a:r>
            <a:r>
              <a:rPr lang="vi-VN" dirty="0"/>
              <a:t> </a:t>
            </a:r>
            <a:r>
              <a:rPr lang="vi-VN" dirty="0" err="1"/>
              <a:t>rộng</a:t>
            </a:r>
            <a:r>
              <a:rPr lang="vi-VN" dirty="0"/>
              <a:t> </a:t>
            </a:r>
            <a:r>
              <a:rPr lang="vi-VN" dirty="0" err="1"/>
              <a:t>bằng</a:t>
            </a:r>
            <a:r>
              <a:rPr lang="vi-VN" dirty="0"/>
              <a:t> </a:t>
            </a:r>
            <a:r>
              <a:rPr lang="vi-VN" dirty="0" err="1"/>
              <a:t>việc</a:t>
            </a:r>
            <a:r>
              <a:rPr lang="vi-VN" dirty="0"/>
              <a:t> </a:t>
            </a:r>
            <a:r>
              <a:rPr lang="vi-VN" dirty="0" err="1"/>
              <a:t>tích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ngân </a:t>
            </a:r>
            <a:r>
              <a:rPr lang="vi-VN" dirty="0" err="1"/>
              <a:t>hàng</a:t>
            </a:r>
            <a:r>
              <a:rPr lang="vi-VN" dirty="0"/>
              <a:t> </a:t>
            </a:r>
            <a:r>
              <a:rPr lang="vi-VN" dirty="0" err="1"/>
              <a:t>hoặc</a:t>
            </a:r>
            <a:r>
              <a:rPr lang="vi-VN" dirty="0"/>
              <a:t> </a:t>
            </a:r>
            <a:r>
              <a:rPr lang="vi-VN" dirty="0" err="1"/>
              <a:t>ví</a:t>
            </a:r>
            <a:r>
              <a:rPr lang="vi-VN" dirty="0"/>
              <a:t> </a:t>
            </a:r>
            <a:r>
              <a:rPr lang="vi-VN" dirty="0" err="1"/>
              <a:t>điện</a:t>
            </a:r>
            <a:r>
              <a:rPr lang="vi-VN" dirty="0"/>
              <a:t> </a:t>
            </a:r>
            <a:r>
              <a:rPr lang="vi-VN" dirty="0" err="1"/>
              <a:t>tử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tự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đồng</a:t>
            </a:r>
            <a:r>
              <a:rPr lang="vi-VN" dirty="0"/>
              <a:t> </a:t>
            </a:r>
            <a:r>
              <a:rPr lang="vi-VN" dirty="0" err="1"/>
              <a:t>bộ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giao </a:t>
            </a:r>
            <a:r>
              <a:rPr lang="vi-VN" dirty="0" err="1"/>
              <a:t>dịch</a:t>
            </a:r>
            <a:r>
              <a:rPr lang="vi-VN" dirty="0"/>
              <a:t>.</a:t>
            </a:r>
          </a:p>
          <a:p>
            <a:r>
              <a:rPr lang="vi-VN" dirty="0" err="1"/>
              <a:t>Đồng</a:t>
            </a:r>
            <a:r>
              <a:rPr lang="vi-VN" dirty="0"/>
              <a:t> </a:t>
            </a:r>
            <a:r>
              <a:rPr lang="vi-VN" dirty="0" err="1"/>
              <a:t>thời</a:t>
            </a:r>
            <a:r>
              <a:rPr lang="vi-VN" dirty="0"/>
              <a:t>, AI </a:t>
            </a:r>
            <a:r>
              <a:rPr lang="vi-VN" dirty="0" err="1"/>
              <a:t>cũng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nâng </a:t>
            </a:r>
            <a:r>
              <a:rPr lang="vi-VN" dirty="0" err="1"/>
              <a:t>cấp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</a:t>
            </a:r>
            <a:r>
              <a:rPr lang="vi-VN" dirty="0" err="1"/>
              <a:t>dự</a:t>
            </a:r>
            <a:r>
              <a:rPr lang="vi-VN" dirty="0"/>
              <a:t> </a:t>
            </a:r>
            <a:r>
              <a:rPr lang="vi-VN" dirty="0" err="1"/>
              <a:t>báo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đưa ra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khuyến</a:t>
            </a:r>
            <a:r>
              <a:rPr lang="vi-VN" dirty="0"/>
              <a:t> </a:t>
            </a:r>
            <a:r>
              <a:rPr lang="vi-VN" dirty="0" err="1"/>
              <a:t>nghị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xác</a:t>
            </a:r>
            <a:r>
              <a:rPr lang="vi-VN" dirty="0"/>
              <a:t> hơn cho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.</a:t>
            </a:r>
          </a:p>
          <a:p>
            <a:r>
              <a:rPr lang="vi-VN" dirty="0" err="1"/>
              <a:t>Ngoài</a:t>
            </a:r>
            <a:r>
              <a:rPr lang="vi-VN" dirty="0"/>
              <a:t> ra, </a:t>
            </a:r>
            <a:r>
              <a:rPr lang="vi-VN" dirty="0" err="1"/>
              <a:t>việc</a:t>
            </a:r>
            <a:r>
              <a:rPr lang="vi-VN" dirty="0"/>
              <a:t> </a:t>
            </a:r>
            <a:r>
              <a:rPr lang="vi-VN" dirty="0" err="1"/>
              <a:t>phát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</a:t>
            </a:r>
            <a:r>
              <a:rPr lang="vi-VN" dirty="0" err="1"/>
              <a:t>ứng</a:t>
            </a:r>
            <a:r>
              <a:rPr lang="vi-VN" dirty="0"/>
              <a:t> </a:t>
            </a:r>
            <a:r>
              <a:rPr lang="vi-VN" dirty="0" err="1"/>
              <a:t>dụng</a:t>
            </a:r>
            <a:r>
              <a:rPr lang="vi-VN" dirty="0"/>
              <a:t> trên </a:t>
            </a:r>
            <a:r>
              <a:rPr lang="vi-VN" dirty="0" err="1"/>
              <a:t>nhiều</a:t>
            </a:r>
            <a:r>
              <a:rPr lang="vi-VN" dirty="0"/>
              <a:t> </a:t>
            </a:r>
            <a:r>
              <a:rPr lang="vi-VN" dirty="0" err="1"/>
              <a:t>nền</a:t>
            </a:r>
            <a:r>
              <a:rPr lang="vi-VN" dirty="0"/>
              <a:t> </a:t>
            </a:r>
            <a:r>
              <a:rPr lang="vi-VN" dirty="0" err="1"/>
              <a:t>tảng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tăng </a:t>
            </a:r>
            <a:r>
              <a:rPr lang="vi-VN" dirty="0" err="1"/>
              <a:t>cường</a:t>
            </a:r>
            <a:r>
              <a:rPr lang="vi-VN" dirty="0"/>
              <a:t> </a:t>
            </a:r>
            <a:r>
              <a:rPr lang="vi-VN" dirty="0" err="1"/>
              <a:t>bảo</a:t>
            </a:r>
            <a:r>
              <a:rPr lang="vi-VN" dirty="0"/>
              <a:t> </a:t>
            </a:r>
            <a:r>
              <a:rPr lang="vi-VN" dirty="0" err="1"/>
              <a:t>mật</a:t>
            </a:r>
            <a:r>
              <a:rPr lang="vi-VN" dirty="0"/>
              <a:t> </a:t>
            </a:r>
            <a:r>
              <a:rPr lang="vi-VN" dirty="0" err="1"/>
              <a:t>cũng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những</a:t>
            </a:r>
            <a:r>
              <a:rPr lang="vi-VN" dirty="0"/>
              <a:t> </a:t>
            </a:r>
            <a:r>
              <a:rPr lang="vi-VN" dirty="0" err="1"/>
              <a:t>hướng</a:t>
            </a:r>
            <a:r>
              <a:rPr lang="vi-VN" dirty="0"/>
              <a:t> </a:t>
            </a:r>
            <a:r>
              <a:rPr lang="vi-VN" dirty="0" err="1"/>
              <a:t>phát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quan </a:t>
            </a:r>
            <a:r>
              <a:rPr lang="vi-VN" dirty="0" err="1"/>
              <a:t>trọng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đề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F16-A61D-49AD-B2B9-96DF463BED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3282-192F-7518-BDEC-09324A443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21974-CBAE-C3CC-C95F-288E2D6C8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E5927-B2C4-FF2C-E80E-045A2EE9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C44D-FBA8-4461-BDA5-015DF48253FC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6603-A6BC-DA39-9A82-DFB05633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8BA56-372F-1B5B-55C4-5ECECB30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4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8B40-9683-71D4-1A98-DF90DAAC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DFAF-8A1B-EFEA-97E5-406F5CEB1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4BBAB-6370-CEBA-926E-8CCBD77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2BCE6-A8E3-4B2E-8042-330128033219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F23F0-A435-77E7-B1C6-FE24251A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849E6-82C3-4B83-62F3-7A3BDEF5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7559-D5FB-AFB1-693A-4ACB16CB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2F7EE-D3F3-A47F-46A9-D95E840A4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7EFE0-B962-7216-377C-728718E9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8617-4BBE-4EBD-8279-F6C2E5907A7A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971C-C2E4-053D-ABC2-03FC8338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0C9A-0536-1CB5-47FC-C57EF13C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3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D06C-5EAF-A2D5-7189-ABD41572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3314-84CA-0508-198D-05BEE1A36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4566"/>
            <a:ext cx="5181600" cy="50123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08E52-85C6-C402-822F-A5518BD2B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415" y="1164566"/>
            <a:ext cx="5598539" cy="50123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9E314-FCF7-6329-619A-C9625EBC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0A1-8DE6-42EF-A7F0-D7986DA12292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EE2E3-FEEA-55A7-7F1E-D3D1FC51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46969-5EBE-4B47-01D8-2AFFD19B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4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2B80-1DB3-F194-23B6-EC338D15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278" y="136525"/>
            <a:ext cx="10998677" cy="7606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353B8-A799-E99B-9679-CDCC86DA1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29075"/>
            <a:ext cx="53367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92B80-587D-72A5-F41B-78D4A73B1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52987"/>
            <a:ext cx="533672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CF22B-DBC9-EF27-EB73-3D66D9B24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1129075"/>
            <a:ext cx="55381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42E06-7EE5-EE4F-69C1-C869A837D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1952987"/>
            <a:ext cx="553815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036F9-8D47-76BF-0120-CDB864A0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205A-AA80-403B-9FAE-17B6DA6EEBDA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A98056-AE11-A1A5-4CC3-AE88C731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327FCD-5432-7CE2-6060-0150013F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9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E9B8-9AF2-9FB9-F0FF-C25C95C8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D2F01-1F38-D946-73E9-84B28896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1B396-4480-463F-8D74-45CA10BB1BFB}" type="datetime1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1DBA2-4052-07D8-D41B-036BF6D8B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BC99-5B3D-9FAC-6427-695A659B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2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9AB09-A63E-6DE4-EE5C-8E18AFEE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F83E-2973-41D4-8244-97D997DA4F9F}" type="datetime1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5E419-5F25-2D92-412C-C8742391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DD0B3-9B1A-ED60-67E9-567F355D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3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6987-0E34-13CA-3032-BFBBC9CB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0FFA-160B-50E8-F7D5-5CD5C9F4B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8F6D8-2DCC-464A-427C-30EEB0DD4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BD399-89DB-239D-8FB9-45652F6A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2AD7-055C-4644-8558-DCCBD41909C4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4581A-221D-C96F-0920-603F5CB2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AC824-4A46-8A5D-E7B2-5B90B933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2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17B-4F5E-F085-FF2A-BF9CD832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123FB-2803-764E-2364-D72CA23B3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769FE-D271-E460-AFD8-6EF6F32F3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DCC7-CB6C-7EC3-5E55-05EB4804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4D5B-E7D8-4AE5-A2F9-394284D1EC85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D5C6D-03C7-3BA3-0A75-BBF665D6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DB128-7FAC-2ABE-8855-224F1ACA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0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EA6A-04E4-FEB3-2AE1-48A12B1E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8C76C-F4C6-CC6C-84D2-CC5321A31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F263-4797-61F9-0178-027A9383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5B7E-BCC1-4178-B2A6-FCCFBE25713A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99BB4-BABA-9BB7-C05A-A628DE69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AB691-52E3-24C6-5276-E75F8D14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3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41A47-8E96-4ABE-9D6B-E70B42DE5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D38D-486B-95EF-746F-80E22A08F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EEF3C-4533-E3ED-B195-222DA7BC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E999-2ADF-4484-BC10-7510F44CF621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15FE-9734-0BA2-9A38-0C22DBA92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FCFC9-C79C-5244-0C04-1D1E1645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6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006BB-7C1F-92ED-5777-159C9077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208" y="37324"/>
            <a:ext cx="11031750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D608A-62F6-4D28-963B-9C05F611E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7207" y="1121434"/>
            <a:ext cx="11031749" cy="5055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4B8E9-AF9A-1BF4-1FC9-7CAE498F9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166925"/>
            <a:ext cx="195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3EDE9-0E5D-44E1-9A47-01FF76CEAADE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C3F74-4D5D-F81A-6375-11592DAB6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7460" y="634948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CC809-E1C4-BB44-92FC-3842F507E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34" y="6356350"/>
            <a:ext cx="759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2BF9B-EA07-437A-9E8A-707497599D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4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0"/>
            <a:ext cx="12192000" cy="914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E14D1-3873-4F22-AF4A-8A2893212750}"/>
              </a:ext>
            </a:extLst>
          </p:cNvPr>
          <p:cNvSpPr txBox="1"/>
          <p:nvPr/>
        </p:nvSpPr>
        <p:spPr>
          <a:xfrm>
            <a:off x="1439159" y="4573847"/>
            <a:ext cx="3575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Ngọc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Khanh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6AA4D-FCEA-43B4-B026-FE247331C6AC}"/>
              </a:ext>
            </a:extLst>
          </p:cNvPr>
          <p:cNvSpPr txBox="1"/>
          <p:nvPr/>
        </p:nvSpPr>
        <p:spPr>
          <a:xfrm>
            <a:off x="7708505" y="4573847"/>
            <a:ext cx="230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Thanh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Đỉnh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MSSV: 110122051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DA22TTA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3BEF6-B093-42CC-AF65-FD674D663988}"/>
              </a:ext>
            </a:extLst>
          </p:cNvPr>
          <p:cNvSpPr txBox="1"/>
          <p:nvPr/>
        </p:nvSpPr>
        <p:spPr>
          <a:xfrm>
            <a:off x="3663310" y="1068437"/>
            <a:ext cx="5052951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NGÀNH </a:t>
            </a: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KHOA CÔNG NGHỆ THÔNG TIN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308F06-D02C-25BC-8380-9984090E2D11}"/>
              </a:ext>
            </a:extLst>
          </p:cNvPr>
          <p:cNvSpPr txBox="1"/>
          <p:nvPr/>
        </p:nvSpPr>
        <p:spPr>
          <a:xfrm>
            <a:off x="1168881" y="2231022"/>
            <a:ext cx="98542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HỆ THỐNG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LÝ TÀI CHÍNH CÁ NHÂN VÀ GIA ĐÌNH TÍCH HỢP AI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E40C40-0322-494F-BD49-172FD2FCF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267" y="0"/>
            <a:ext cx="943466" cy="943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MỤC LỤC</a:t>
            </a:r>
            <a:endParaRPr lang="en-US" b="1" dirty="0"/>
          </a:p>
        </p:txBody>
      </p:sp>
      <p:graphicFrame>
        <p:nvGraphicFramePr>
          <p:cNvPr id="14" name="Content Placeholder 6">
            <a:extLst>
              <a:ext uri="{FF2B5EF4-FFF2-40B4-BE49-F238E27FC236}">
                <a16:creationId xmlns:a16="http://schemas.microsoft.com/office/drawing/2014/main" id="{288CC561-2F05-4A8D-A309-58E9DCB0C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531398"/>
              </p:ext>
            </p:extLst>
          </p:nvPr>
        </p:nvGraphicFramePr>
        <p:xfrm>
          <a:off x="0" y="1072558"/>
          <a:ext cx="12178934" cy="5679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7266BB-F650-422E-9FFD-7DEF8A2B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BỐI CẢNH VÀ VẤN ĐỀ ĐẶT RA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9C5B4AB-DFFA-483D-9CE9-4161D454D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9185545"/>
              </p:ext>
            </p:extLst>
          </p:nvPr>
        </p:nvGraphicFramePr>
        <p:xfrm>
          <a:off x="530963" y="5503660"/>
          <a:ext cx="11031749" cy="956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7CD0F664-9F04-4268-A294-24397E3FB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563064"/>
              </p:ext>
            </p:extLst>
          </p:nvPr>
        </p:nvGraphicFramePr>
        <p:xfrm>
          <a:off x="530963" y="948908"/>
          <a:ext cx="11238249" cy="4303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5B021-7A07-4854-9508-4012D011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8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4FC1-12A9-4FE5-96B1-76120D7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MỤC TIÊU ĐỀ TÀI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1C935F2-7826-4EA4-B3C9-68CC0C587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909707"/>
              </p:ext>
            </p:extLst>
          </p:nvPr>
        </p:nvGraphicFramePr>
        <p:xfrm>
          <a:off x="79986" y="1266820"/>
          <a:ext cx="5745779" cy="3873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EEB4B8CD-F139-4437-AEEF-F1A2E3C307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6606778"/>
              </p:ext>
            </p:extLst>
          </p:nvPr>
        </p:nvGraphicFramePr>
        <p:xfrm>
          <a:off x="6204268" y="1266819"/>
          <a:ext cx="5734690" cy="3873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4471EC-EA2E-4790-8E75-04ADCCEF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6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ĐỐI TƯỢNG VÀ CHỨC NĂNG</a:t>
            </a:r>
          </a:p>
        </p:txBody>
      </p:sp>
      <p:sp>
        <p:nvSpPr>
          <p:cNvPr id="15" name="Hộp Văn bản 70">
            <a:extLst>
              <a:ext uri="{FF2B5EF4-FFF2-40B4-BE49-F238E27FC236}">
                <a16:creationId xmlns:a16="http://schemas.microsoft.com/office/drawing/2014/main" id="{82A89E2B-F1C7-406C-A8A4-DD448C6A9A69}"/>
              </a:ext>
            </a:extLst>
          </p:cNvPr>
          <p:cNvSpPr txBox="1"/>
          <p:nvPr/>
        </p:nvSpPr>
        <p:spPr>
          <a:xfrm>
            <a:off x="973328" y="1289010"/>
            <a:ext cx="2655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endParaRPr lang="en-US" sz="2200" b="1" dirty="0">
              <a:solidFill>
                <a:srgbClr val="05338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ình chữ nhật: Góc Tròn 60">
            <a:extLst>
              <a:ext uri="{FF2B5EF4-FFF2-40B4-BE49-F238E27FC236}">
                <a16:creationId xmlns:a16="http://schemas.microsoft.com/office/drawing/2014/main" id="{34C72628-3C9A-4D17-970C-DF6D0A35D67B}"/>
              </a:ext>
            </a:extLst>
          </p:cNvPr>
          <p:cNvSpPr>
            <a:spLocks noGrp="1"/>
          </p:cNvSpPr>
          <p:nvPr/>
        </p:nvSpPr>
        <p:spPr>
          <a:xfrm>
            <a:off x="337552" y="1236671"/>
            <a:ext cx="569656" cy="535567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Hình chữ nhật: Góc Tròn 50">
            <a:extLst>
              <a:ext uri="{FF2B5EF4-FFF2-40B4-BE49-F238E27FC236}">
                <a16:creationId xmlns:a16="http://schemas.microsoft.com/office/drawing/2014/main" id="{334FB1D9-DABA-4373-B829-9778BD662682}"/>
              </a:ext>
            </a:extLst>
          </p:cNvPr>
          <p:cNvSpPr>
            <a:spLocks noGrp="1"/>
          </p:cNvSpPr>
          <p:nvPr/>
        </p:nvSpPr>
        <p:spPr>
          <a:xfrm>
            <a:off x="622380" y="1865804"/>
            <a:ext cx="2893328" cy="2939876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>
            <a:solidFill>
              <a:srgbClr val="053384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chi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hình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Hộp Văn bản 70">
            <a:extLst>
              <a:ext uri="{FF2B5EF4-FFF2-40B4-BE49-F238E27FC236}">
                <a16:creationId xmlns:a16="http://schemas.microsoft.com/office/drawing/2014/main" id="{EC1F5CB2-521D-404B-993E-FE1720DB6BE2}"/>
              </a:ext>
            </a:extLst>
          </p:cNvPr>
          <p:cNvSpPr txBox="1"/>
          <p:nvPr/>
        </p:nvSpPr>
        <p:spPr>
          <a:xfrm>
            <a:off x="4620768" y="1289010"/>
            <a:ext cx="2655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endParaRPr lang="en-US" sz="2200" b="1" dirty="0">
              <a:solidFill>
                <a:srgbClr val="05338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Hình chữ nhật: Góc Tròn 60">
            <a:extLst>
              <a:ext uri="{FF2B5EF4-FFF2-40B4-BE49-F238E27FC236}">
                <a16:creationId xmlns:a16="http://schemas.microsoft.com/office/drawing/2014/main" id="{9C3FBF42-2693-46C5-9744-C6956D412E79}"/>
              </a:ext>
            </a:extLst>
          </p:cNvPr>
          <p:cNvSpPr>
            <a:spLocks noGrp="1"/>
          </p:cNvSpPr>
          <p:nvPr/>
        </p:nvSpPr>
        <p:spPr>
          <a:xfrm>
            <a:off x="3984992" y="1236671"/>
            <a:ext cx="569656" cy="535567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  <a:endParaRPr sz="2200" b="1" dirty="0">
              <a:solidFill>
                <a:srgbClr val="FFFFFF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0" name="Hình chữ nhật: Góc Tròn 50">
            <a:extLst>
              <a:ext uri="{FF2B5EF4-FFF2-40B4-BE49-F238E27FC236}">
                <a16:creationId xmlns:a16="http://schemas.microsoft.com/office/drawing/2014/main" id="{37F94F94-3462-4303-9D25-BBE5F8BF2BF3}"/>
              </a:ext>
            </a:extLst>
          </p:cNvPr>
          <p:cNvSpPr>
            <a:spLocks noGrp="1"/>
          </p:cNvSpPr>
          <p:nvPr/>
        </p:nvSpPr>
        <p:spPr>
          <a:xfrm>
            <a:off x="4383431" y="1865804"/>
            <a:ext cx="2893328" cy="2939876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>
            <a:solidFill>
              <a:srgbClr val="053384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Theo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kê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hình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Hộp Văn bản 70">
            <a:extLst>
              <a:ext uri="{FF2B5EF4-FFF2-40B4-BE49-F238E27FC236}">
                <a16:creationId xmlns:a16="http://schemas.microsoft.com/office/drawing/2014/main" id="{7BECCF32-F393-4CA3-BC92-648C12AE4D4D}"/>
              </a:ext>
            </a:extLst>
          </p:cNvPr>
          <p:cNvSpPr txBox="1"/>
          <p:nvPr/>
        </p:nvSpPr>
        <p:spPr>
          <a:xfrm>
            <a:off x="8562681" y="1289010"/>
            <a:ext cx="2655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b="1" dirty="0">
                <a:solidFill>
                  <a:srgbClr val="0533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</p:txBody>
      </p:sp>
      <p:sp>
        <p:nvSpPr>
          <p:cNvPr id="22" name="Hình chữ nhật: Góc Tròn 60">
            <a:extLst>
              <a:ext uri="{FF2B5EF4-FFF2-40B4-BE49-F238E27FC236}">
                <a16:creationId xmlns:a16="http://schemas.microsoft.com/office/drawing/2014/main" id="{A72E454E-E4AB-4C7E-8A72-93BD48BCA156}"/>
              </a:ext>
            </a:extLst>
          </p:cNvPr>
          <p:cNvSpPr>
            <a:spLocks noGrp="1"/>
          </p:cNvSpPr>
          <p:nvPr/>
        </p:nvSpPr>
        <p:spPr>
          <a:xfrm>
            <a:off x="7926905" y="1236671"/>
            <a:ext cx="569656" cy="535567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  <a:endParaRPr sz="2200" b="1" dirty="0">
              <a:solidFill>
                <a:srgbClr val="FFFFFF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3" name="Hình chữ nhật: Góc Tròn 50">
            <a:extLst>
              <a:ext uri="{FF2B5EF4-FFF2-40B4-BE49-F238E27FC236}">
                <a16:creationId xmlns:a16="http://schemas.microsoft.com/office/drawing/2014/main" id="{1885CAAB-B5C8-496C-9416-688CC37040BB}"/>
              </a:ext>
            </a:extLst>
          </p:cNvPr>
          <p:cNvSpPr>
            <a:spLocks noGrp="1"/>
          </p:cNvSpPr>
          <p:nvPr/>
        </p:nvSpPr>
        <p:spPr>
          <a:xfrm>
            <a:off x="8325344" y="1865804"/>
            <a:ext cx="2893328" cy="2939876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>
            <a:solidFill>
              <a:srgbClr val="053384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200" dirty="0"/>
              <a:t>Phân </a:t>
            </a:r>
            <a:r>
              <a:rPr lang="vi-VN" sz="2200" dirty="0" err="1"/>
              <a:t>tích</a:t>
            </a:r>
            <a:r>
              <a:rPr lang="vi-VN" sz="2200" dirty="0"/>
              <a:t> </a:t>
            </a:r>
            <a:r>
              <a:rPr lang="vi-VN" sz="2200" dirty="0" err="1"/>
              <a:t>dữ</a:t>
            </a:r>
            <a:r>
              <a:rPr lang="vi-VN" sz="2200" dirty="0"/>
              <a:t> </a:t>
            </a:r>
            <a:r>
              <a:rPr lang="vi-VN" sz="2200" dirty="0" err="1"/>
              <a:t>liệu</a:t>
            </a:r>
            <a:r>
              <a:rPr lang="vi-VN" sz="2200" dirty="0"/>
              <a:t> </a:t>
            </a:r>
            <a:r>
              <a:rPr lang="vi-VN" sz="2200" dirty="0" err="1"/>
              <a:t>tài</a:t>
            </a:r>
            <a:r>
              <a:rPr lang="vi-VN" sz="2200" dirty="0"/>
              <a:t> </a:t>
            </a:r>
            <a:r>
              <a:rPr lang="vi-VN" sz="2200" dirty="0" err="1"/>
              <a:t>chính</a:t>
            </a:r>
            <a:r>
              <a:rPr lang="vi-VN" sz="2200" dirty="0"/>
              <a:t>, đưa ra </a:t>
            </a:r>
            <a:r>
              <a:rPr lang="vi-VN" sz="2200" dirty="0" err="1"/>
              <a:t>gợi</a:t>
            </a:r>
            <a:r>
              <a:rPr lang="vi-VN" sz="2200" dirty="0"/>
              <a:t> ý </a:t>
            </a:r>
            <a:r>
              <a:rPr lang="vi-VN" sz="2200" dirty="0" err="1"/>
              <a:t>quản</a:t>
            </a:r>
            <a:r>
              <a:rPr lang="vi-VN" sz="2200" dirty="0"/>
              <a:t> </a:t>
            </a:r>
            <a:r>
              <a:rPr lang="vi-VN" sz="2200" dirty="0" err="1"/>
              <a:t>lý</a:t>
            </a:r>
            <a:r>
              <a:rPr lang="vi-VN" sz="2200" dirty="0"/>
              <a:t> chi tiêu </a:t>
            </a:r>
            <a:r>
              <a:rPr lang="vi-VN" sz="2200" dirty="0" err="1"/>
              <a:t>và</a:t>
            </a:r>
            <a:r>
              <a:rPr lang="vi-VN" sz="2200" dirty="0"/>
              <a:t> </a:t>
            </a:r>
            <a:r>
              <a:rPr lang="vi-VN" sz="2200" dirty="0" err="1"/>
              <a:t>hỗ</a:t>
            </a:r>
            <a:r>
              <a:rPr lang="vi-VN" sz="2200" dirty="0"/>
              <a:t> </a:t>
            </a:r>
            <a:r>
              <a:rPr lang="vi-VN" sz="2200" dirty="0" err="1"/>
              <a:t>trợ</a:t>
            </a:r>
            <a:r>
              <a:rPr lang="vi-VN" sz="2200" dirty="0"/>
              <a:t> </a:t>
            </a:r>
            <a:r>
              <a:rPr lang="vi-VN" sz="2200" dirty="0" err="1"/>
              <a:t>người</a:t>
            </a:r>
            <a:r>
              <a:rPr lang="vi-VN" sz="2200" dirty="0"/>
              <a:t> </a:t>
            </a:r>
            <a:r>
              <a:rPr lang="vi-VN" sz="2200" dirty="0" err="1"/>
              <a:t>dùng</a:t>
            </a:r>
            <a:r>
              <a:rPr lang="vi-VN" sz="2200" dirty="0"/>
              <a:t> trong </a:t>
            </a:r>
            <a:r>
              <a:rPr lang="vi-VN" sz="2200" dirty="0" err="1"/>
              <a:t>quá</a:t>
            </a:r>
            <a:r>
              <a:rPr lang="vi-VN" sz="2200" dirty="0"/>
              <a:t> </a:t>
            </a:r>
            <a:r>
              <a:rPr lang="vi-VN" sz="2200" dirty="0" err="1"/>
              <a:t>trình</a:t>
            </a:r>
            <a:r>
              <a:rPr lang="vi-VN" sz="2200" dirty="0"/>
              <a:t> </a:t>
            </a:r>
            <a:r>
              <a:rPr lang="vi-VN" sz="2200" dirty="0" err="1"/>
              <a:t>sử</a:t>
            </a:r>
            <a:r>
              <a:rPr lang="vi-VN" sz="2200" dirty="0"/>
              <a:t> </a:t>
            </a:r>
            <a:r>
              <a:rPr lang="vi-VN" sz="2200" dirty="0" err="1"/>
              <a:t>dụng</a:t>
            </a:r>
            <a:r>
              <a:rPr lang="vi-VN" sz="2200" dirty="0"/>
              <a:t> </a:t>
            </a:r>
            <a:r>
              <a:rPr lang="vi-VN" sz="2200" dirty="0" err="1"/>
              <a:t>hệ</a:t>
            </a:r>
            <a:r>
              <a:rPr lang="vi-VN" sz="2200" dirty="0"/>
              <a:t> </a:t>
            </a:r>
            <a:r>
              <a:rPr lang="vi-VN" sz="2200" dirty="0" err="1"/>
              <a:t>thống</a:t>
            </a:r>
            <a:r>
              <a:rPr lang="vi-VN" sz="2200" dirty="0"/>
              <a:t>.</a:t>
            </a:r>
            <a:endParaRPr lang="en-US" sz="2200" dirty="0"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04EFEA-CA41-4EF8-BA82-E7DADEC6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5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7DA0-02B7-4F62-9EAB-84C89601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CÁC CHỨC NĂNG CHÍNH</a:t>
            </a:r>
          </a:p>
        </p:txBody>
      </p:sp>
      <p:sp>
        <p:nvSpPr>
          <p:cNvPr id="8" name="Hình chữ nhật: Góc Tròn 31">
            <a:extLst>
              <a:ext uri="{FF2B5EF4-FFF2-40B4-BE49-F238E27FC236}">
                <a16:creationId xmlns:a16="http://schemas.microsoft.com/office/drawing/2014/main" id="{3A7F8B8F-EAB4-4C62-9788-483CEAF14AAF}"/>
              </a:ext>
            </a:extLst>
          </p:cNvPr>
          <p:cNvSpPr>
            <a:spLocks noGrp="1"/>
          </p:cNvSpPr>
          <p:nvPr/>
        </p:nvSpPr>
        <p:spPr>
          <a:xfrm>
            <a:off x="246356" y="1232624"/>
            <a:ext cx="529148" cy="538304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Hộp Văn bản 9">
            <a:extLst>
              <a:ext uri="{FF2B5EF4-FFF2-40B4-BE49-F238E27FC236}">
                <a16:creationId xmlns:a16="http://schemas.microsoft.com/office/drawing/2014/main" id="{B3338149-33BF-42B9-9A56-085FFB200790}"/>
              </a:ext>
            </a:extLst>
          </p:cNvPr>
          <p:cNvSpPr txBox="1"/>
          <p:nvPr/>
        </p:nvSpPr>
        <p:spPr>
          <a:xfrm>
            <a:off x="907208" y="1232624"/>
            <a:ext cx="3468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10" name="Hộp Văn bản 43">
            <a:extLst>
              <a:ext uri="{FF2B5EF4-FFF2-40B4-BE49-F238E27FC236}">
                <a16:creationId xmlns:a16="http://schemas.microsoft.com/office/drawing/2014/main" id="{34CDF0D9-453A-4E7E-B5A9-C665CECB6D2B}"/>
              </a:ext>
            </a:extLst>
          </p:cNvPr>
          <p:cNvSpPr txBox="1"/>
          <p:nvPr/>
        </p:nvSpPr>
        <p:spPr>
          <a:xfrm>
            <a:off x="889787" y="1669924"/>
            <a:ext cx="4870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chi,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Hình chữ nhật: Góc Tròn 31">
            <a:extLst>
              <a:ext uri="{FF2B5EF4-FFF2-40B4-BE49-F238E27FC236}">
                <a16:creationId xmlns:a16="http://schemas.microsoft.com/office/drawing/2014/main" id="{1A8EC9D5-A74F-4653-9642-A388B8393732}"/>
              </a:ext>
            </a:extLst>
          </p:cNvPr>
          <p:cNvSpPr>
            <a:spLocks noGrp="1"/>
          </p:cNvSpPr>
          <p:nvPr/>
        </p:nvSpPr>
        <p:spPr>
          <a:xfrm>
            <a:off x="246356" y="2944936"/>
            <a:ext cx="529148" cy="538304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2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Hộp Văn bản 9">
            <a:extLst>
              <a:ext uri="{FF2B5EF4-FFF2-40B4-BE49-F238E27FC236}">
                <a16:creationId xmlns:a16="http://schemas.microsoft.com/office/drawing/2014/main" id="{A74EB373-2BF5-49B2-9C69-27C66E0F86EB}"/>
              </a:ext>
            </a:extLst>
          </p:cNvPr>
          <p:cNvSpPr txBox="1"/>
          <p:nvPr/>
        </p:nvSpPr>
        <p:spPr>
          <a:xfrm>
            <a:off x="907208" y="2944936"/>
            <a:ext cx="3468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endParaRPr lang="en-US" sz="2200" b="1" dirty="0">
              <a:solidFill>
                <a:srgbClr val="0533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Hộp Văn bản 43">
            <a:extLst>
              <a:ext uri="{FF2B5EF4-FFF2-40B4-BE49-F238E27FC236}">
                <a16:creationId xmlns:a16="http://schemas.microsoft.com/office/drawing/2014/main" id="{6075251F-6555-40A0-8BCA-989F440A306C}"/>
              </a:ext>
            </a:extLst>
          </p:cNvPr>
          <p:cNvSpPr txBox="1"/>
          <p:nvPr/>
        </p:nvSpPr>
        <p:spPr>
          <a:xfrm>
            <a:off x="889787" y="3382236"/>
            <a:ext cx="4870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vượt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Hình chữ nhật: Góc Tròn 31">
            <a:extLst>
              <a:ext uri="{FF2B5EF4-FFF2-40B4-BE49-F238E27FC236}">
                <a16:creationId xmlns:a16="http://schemas.microsoft.com/office/drawing/2014/main" id="{0D42125C-72E2-460E-9A6A-4FCAC1DB3E18}"/>
              </a:ext>
            </a:extLst>
          </p:cNvPr>
          <p:cNvSpPr>
            <a:spLocks noGrp="1"/>
          </p:cNvSpPr>
          <p:nvPr/>
        </p:nvSpPr>
        <p:spPr>
          <a:xfrm>
            <a:off x="246356" y="4860967"/>
            <a:ext cx="529148" cy="538304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2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Hộp Văn bản 9">
            <a:extLst>
              <a:ext uri="{FF2B5EF4-FFF2-40B4-BE49-F238E27FC236}">
                <a16:creationId xmlns:a16="http://schemas.microsoft.com/office/drawing/2014/main" id="{4F39EE59-13EF-468B-B3B9-1109FEB16FB6}"/>
              </a:ext>
            </a:extLst>
          </p:cNvPr>
          <p:cNvSpPr txBox="1"/>
          <p:nvPr/>
        </p:nvSpPr>
        <p:spPr>
          <a:xfrm>
            <a:off x="907208" y="4860967"/>
            <a:ext cx="3468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endParaRPr lang="en-US" sz="2200" b="1" dirty="0">
              <a:solidFill>
                <a:srgbClr val="0533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Hộp Văn bản 43">
            <a:extLst>
              <a:ext uri="{FF2B5EF4-FFF2-40B4-BE49-F238E27FC236}">
                <a16:creationId xmlns:a16="http://schemas.microsoft.com/office/drawing/2014/main" id="{E442C494-1943-4336-9D8C-B5442B313AFF}"/>
              </a:ext>
            </a:extLst>
          </p:cNvPr>
          <p:cNvSpPr txBox="1"/>
          <p:nvPr/>
        </p:nvSpPr>
        <p:spPr>
          <a:xfrm>
            <a:off x="889787" y="5298267"/>
            <a:ext cx="4870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ghi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Hình chữ nhật: Góc Tròn 31">
            <a:extLst>
              <a:ext uri="{FF2B5EF4-FFF2-40B4-BE49-F238E27FC236}">
                <a16:creationId xmlns:a16="http://schemas.microsoft.com/office/drawing/2014/main" id="{07FC39AF-B03E-4A6A-A078-C5791A2C55FD}"/>
              </a:ext>
            </a:extLst>
          </p:cNvPr>
          <p:cNvSpPr>
            <a:spLocks noGrp="1"/>
          </p:cNvSpPr>
          <p:nvPr/>
        </p:nvSpPr>
        <p:spPr>
          <a:xfrm>
            <a:off x="6431282" y="1232624"/>
            <a:ext cx="529148" cy="538304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2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Hộp Văn bản 9">
            <a:extLst>
              <a:ext uri="{FF2B5EF4-FFF2-40B4-BE49-F238E27FC236}">
                <a16:creationId xmlns:a16="http://schemas.microsoft.com/office/drawing/2014/main" id="{DA3E5581-58CC-4434-81A0-B6E0A8370D10}"/>
              </a:ext>
            </a:extLst>
          </p:cNvPr>
          <p:cNvSpPr txBox="1"/>
          <p:nvPr/>
        </p:nvSpPr>
        <p:spPr>
          <a:xfrm>
            <a:off x="7092134" y="1232624"/>
            <a:ext cx="3468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endParaRPr lang="en-US" sz="2200" b="1" dirty="0">
              <a:solidFill>
                <a:srgbClr val="0533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Hộp Văn bản 43">
            <a:extLst>
              <a:ext uri="{FF2B5EF4-FFF2-40B4-BE49-F238E27FC236}">
                <a16:creationId xmlns:a16="http://schemas.microsoft.com/office/drawing/2014/main" id="{A6B0490C-A8C8-4C0A-A545-E89DA54CE1C0}"/>
              </a:ext>
            </a:extLst>
          </p:cNvPr>
          <p:cNvSpPr txBox="1"/>
          <p:nvPr/>
        </p:nvSpPr>
        <p:spPr>
          <a:xfrm>
            <a:off x="7074713" y="1669924"/>
            <a:ext cx="4870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kiệm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Hình chữ nhật: Góc Tròn 31">
            <a:extLst>
              <a:ext uri="{FF2B5EF4-FFF2-40B4-BE49-F238E27FC236}">
                <a16:creationId xmlns:a16="http://schemas.microsoft.com/office/drawing/2014/main" id="{30D90FA2-00AC-49F6-BD45-1C693FE95779}"/>
              </a:ext>
            </a:extLst>
          </p:cNvPr>
          <p:cNvSpPr>
            <a:spLocks noGrp="1"/>
          </p:cNvSpPr>
          <p:nvPr/>
        </p:nvSpPr>
        <p:spPr>
          <a:xfrm>
            <a:off x="6448703" y="2944937"/>
            <a:ext cx="529148" cy="538304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2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Hộp Văn bản 9">
            <a:extLst>
              <a:ext uri="{FF2B5EF4-FFF2-40B4-BE49-F238E27FC236}">
                <a16:creationId xmlns:a16="http://schemas.microsoft.com/office/drawing/2014/main" id="{369FB67B-CF1C-4892-9748-AD4DA33467BA}"/>
              </a:ext>
            </a:extLst>
          </p:cNvPr>
          <p:cNvSpPr txBox="1"/>
          <p:nvPr/>
        </p:nvSpPr>
        <p:spPr>
          <a:xfrm>
            <a:off x="7109555" y="2944937"/>
            <a:ext cx="3468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đình</a:t>
            </a:r>
            <a:endParaRPr lang="en-US" sz="2200" b="1" dirty="0">
              <a:solidFill>
                <a:srgbClr val="0533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Hộp Văn bản 43">
            <a:extLst>
              <a:ext uri="{FF2B5EF4-FFF2-40B4-BE49-F238E27FC236}">
                <a16:creationId xmlns:a16="http://schemas.microsoft.com/office/drawing/2014/main" id="{EF4C8F59-C47B-4144-9CB2-0C3DFC16F3F6}"/>
              </a:ext>
            </a:extLst>
          </p:cNvPr>
          <p:cNvSpPr txBox="1"/>
          <p:nvPr/>
        </p:nvSpPr>
        <p:spPr>
          <a:xfrm>
            <a:off x="7092134" y="3382237"/>
            <a:ext cx="4870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góp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Hình chữ nhật: Góc Tròn 31">
            <a:extLst>
              <a:ext uri="{FF2B5EF4-FFF2-40B4-BE49-F238E27FC236}">
                <a16:creationId xmlns:a16="http://schemas.microsoft.com/office/drawing/2014/main" id="{A82ECFD4-5BE3-426E-BD33-22EBFA60698E}"/>
              </a:ext>
            </a:extLst>
          </p:cNvPr>
          <p:cNvSpPr>
            <a:spLocks noGrp="1"/>
          </p:cNvSpPr>
          <p:nvPr/>
        </p:nvSpPr>
        <p:spPr>
          <a:xfrm>
            <a:off x="6448703" y="4856999"/>
            <a:ext cx="529148" cy="538304"/>
          </a:xfrm>
          <a:prstGeom prst="roundRect">
            <a:avLst>
              <a:gd name="adj" fmla="val 13043"/>
            </a:avLst>
          </a:prstGeom>
          <a:solidFill>
            <a:srgbClr val="073B72"/>
          </a:solidFill>
          <a:ln w="0">
            <a:noFill/>
            <a:prstDash val="solid"/>
          </a:ln>
        </p:spPr>
        <p:txBody>
          <a:bodyPr lIns="76200" tIns="47625" rIns="76200" bIns="47625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2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Hộp Văn bản 9">
            <a:extLst>
              <a:ext uri="{FF2B5EF4-FFF2-40B4-BE49-F238E27FC236}">
                <a16:creationId xmlns:a16="http://schemas.microsoft.com/office/drawing/2014/main" id="{F6DA7131-B097-4494-81C1-4B9828F1F3E4}"/>
              </a:ext>
            </a:extLst>
          </p:cNvPr>
          <p:cNvSpPr txBox="1"/>
          <p:nvPr/>
        </p:nvSpPr>
        <p:spPr>
          <a:xfrm>
            <a:off x="7109555" y="4856999"/>
            <a:ext cx="3468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</a:p>
        </p:txBody>
      </p:sp>
      <p:sp>
        <p:nvSpPr>
          <p:cNvPr id="25" name="Hộp Văn bản 43">
            <a:extLst>
              <a:ext uri="{FF2B5EF4-FFF2-40B4-BE49-F238E27FC236}">
                <a16:creationId xmlns:a16="http://schemas.microsoft.com/office/drawing/2014/main" id="{EC9B915E-ECD7-46A9-9E36-219CD4464DBF}"/>
              </a:ext>
            </a:extLst>
          </p:cNvPr>
          <p:cNvSpPr txBox="1"/>
          <p:nvPr/>
        </p:nvSpPr>
        <p:spPr>
          <a:xfrm>
            <a:off x="7092134" y="5294299"/>
            <a:ext cx="4870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ý chi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C60823-1CD4-4AF6-A7C2-1D4AD971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7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0172-41B2-497C-97B0-1890C998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HIỆN THỰC HÓA HỆ THỐNG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07EA96-9191-4B45-8F81-FE0C336FD9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" y="986232"/>
            <a:ext cx="10195560" cy="5871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54E3E-D0CE-4156-A2FD-3FDA2741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8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KIẾN TRÚC HỆ THỐNG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058239-BFF1-4964-91FF-D9F9FD79B71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160" y="1274028"/>
            <a:ext cx="4886325" cy="4293652"/>
          </a:xfrm>
          <a:prstGeom prst="rect">
            <a:avLst/>
          </a:prstGeom>
          <a:noFill/>
          <a:ln w="6350" cmpd="sng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CD2D5C00-AA26-4403-8340-1187073B9004}"/>
              </a:ext>
            </a:extLst>
          </p:cNvPr>
          <p:cNvSpPr txBox="1"/>
          <p:nvPr/>
        </p:nvSpPr>
        <p:spPr>
          <a:xfrm>
            <a:off x="492610" y="1754694"/>
            <a:ext cx="6253630" cy="2543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201"/>
              </a:lnSpc>
              <a:buFont typeface="Arial" panose="020B0604020202020204" pitchFamily="34" charset="0"/>
              <a:buChar char="•"/>
            </a:pP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Hệ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thống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được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xây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dựng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theo mô hình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Client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- Server.</a:t>
            </a:r>
            <a:endParaRPr lang="en-US" sz="2200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marL="285750" indent="-285750" algn="l">
              <a:lnSpc>
                <a:spcPts val="2201"/>
              </a:lnSpc>
              <a:buFont typeface="Arial" panose="020B0604020202020204" pitchFamily="34" charset="0"/>
              <a:buChar char="•"/>
            </a:pP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Frontend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gửi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yêu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cầu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đến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Backend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thông qua REST API.</a:t>
            </a:r>
            <a:endParaRPr lang="en-US" sz="2200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marL="285750" indent="-285750" algn="l">
              <a:lnSpc>
                <a:spcPts val="2201"/>
              </a:lnSpc>
              <a:buFont typeface="Arial" panose="020B0604020202020204" pitchFamily="34" charset="0"/>
              <a:buChar char="•"/>
            </a:pP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Backend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xử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lý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nghiệp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vụ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và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truy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xuất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dữ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liệu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từ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MongoDB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  <a:endParaRPr lang="en-US" sz="2200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marL="285750" indent="-285750" algn="l">
              <a:lnSpc>
                <a:spcPts val="2201"/>
              </a:lnSpc>
              <a:buFont typeface="Arial" panose="020B0604020202020204" pitchFamily="34" charset="0"/>
              <a:buChar char="•"/>
            </a:pP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Gemini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AI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được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tích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hợp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để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hỗ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trợ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phân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tích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tài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chính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và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xử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lý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yêu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cầu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từ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người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vi-VN" sz="22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dùng</a:t>
            </a:r>
            <a:r>
              <a:rPr lang="vi-VN" sz="22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  <a:endParaRPr lang="en-US" sz="2200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algn="l">
              <a:lnSpc>
                <a:spcPts val="2201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08577-F139-4E04-9896-77F2E998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9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CC43-E464-4E13-B514-3202FA83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SƠ ĐỒ DỮ LIỆU (ERD)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F6E1C-B32A-45D0-9BB5-E9646C1EBA1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7208" y="948908"/>
            <a:ext cx="10779760" cy="57312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0132D3-B28F-4A83-9A5B-64E79B91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6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C27B-E14A-4D32-85C2-117B304C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GIAO DIỆN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DCD903-5E37-4483-9660-1AF6824B5A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8240" y="847308"/>
            <a:ext cx="8077200" cy="59733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B1797-0AA5-4FB1-98D4-50B4AE237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643" y="799740"/>
            <a:ext cx="7557077" cy="60209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53908F-B4D4-4A3A-ACF6-9DB3C1815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856" y="825519"/>
            <a:ext cx="8306864" cy="59493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5C2184-5886-444F-93DD-2181305DB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106" y="799739"/>
            <a:ext cx="7724363" cy="59644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360EE1-70D4-47CD-B725-A1C311C8E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0280" y="695348"/>
            <a:ext cx="5913119" cy="60795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71179-B307-4A70-A171-D334D271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4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BD57-44F0-4F16-9E51-CD2B4AD4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KẾT QUẢ ĐẠT ĐƯỢC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0D9DACC-34E3-4937-ADBD-D3D7A2E4D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248858"/>
              </p:ext>
            </p:extLst>
          </p:nvPr>
        </p:nvGraphicFramePr>
        <p:xfrm>
          <a:off x="580125" y="857274"/>
          <a:ext cx="11031749" cy="5888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ED0713-A567-4662-BA35-90481DE8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98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9E36-83BD-48F2-8174-2166FDDA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/>
              <a:t>HẠN CHẾ &amp; HƯỚNG PHÁT TRIỂN</a:t>
            </a:r>
            <a:endParaRPr lang="en-US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534BD1-121C-4009-9AB9-0672467757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481078"/>
              </p:ext>
            </p:extLst>
          </p:nvPr>
        </p:nvGraphicFramePr>
        <p:xfrm>
          <a:off x="580125" y="948908"/>
          <a:ext cx="11031749" cy="5655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D5FDF-78AC-498E-8EF7-23B48804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3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9976-BBCA-4C73-9EA9-AA8CB7AF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KẾT LUẬN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2A11A65-640E-446C-BFDE-68D5BBF9C7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375870"/>
              </p:ext>
            </p:extLst>
          </p:nvPr>
        </p:nvGraphicFramePr>
        <p:xfrm>
          <a:off x="157445" y="1128885"/>
          <a:ext cx="11398301" cy="4347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882CA-FC48-4645-85B5-12C810B9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88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33E4-2F37-4A15-80F1-6D59B096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/>
              <a:t>CẢM ƠN</a:t>
            </a:r>
            <a:endParaRPr lang="en-US" b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32A045-4534-4098-92C6-7D5A6B1C5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endParaRPr lang="en-US" sz="4400"/>
          </a:p>
          <a:p>
            <a:pPr marL="0" lvl="0" indent="0" algn="ctr">
              <a:buNone/>
            </a:pPr>
            <a:r>
              <a:rPr lang="vi-VN" sz="4400" b="1"/>
              <a:t>CẢM ƠN THẦY/CÔ ĐÃ LẮNG NGHE!</a:t>
            </a:r>
            <a:endParaRPr lang="en-US" sz="4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2A48A-0BB6-4E58-B503-60948368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" y="3743479"/>
            <a:ext cx="2431017" cy="311452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5E589-A16B-470D-B0A1-6B2679A1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2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1625</Words>
  <Application>Microsoft Office PowerPoint</Application>
  <PresentationFormat>Widescreen</PresentationFormat>
  <Paragraphs>155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Arial</vt:lpstr>
      <vt:lpstr>Times New Roman</vt:lpstr>
      <vt:lpstr>Roboto</vt:lpstr>
      <vt:lpstr>Office Theme</vt:lpstr>
      <vt:lpstr>PowerPoint Presentation</vt:lpstr>
      <vt:lpstr>MỤC LỤC</vt:lpstr>
      <vt:lpstr>BỐI CẢNH VÀ VẤN ĐỀ ĐẶT RA</vt:lpstr>
      <vt:lpstr>MỤC TIÊU ĐỀ TÀI</vt:lpstr>
      <vt:lpstr>ĐỐI TƯỢNG VÀ CHỨC NĂNG</vt:lpstr>
      <vt:lpstr>CÁC CHỨC NĂNG CHÍNH</vt:lpstr>
      <vt:lpstr>HIỆN THỰC HÓA HỆ THỐNG</vt:lpstr>
      <vt:lpstr>KIẾN TRÚC HỆ THỐNG</vt:lpstr>
      <vt:lpstr>SƠ ĐỒ DỮ LIỆU (ERD)</vt:lpstr>
      <vt:lpstr>GIAO DIỆN</vt:lpstr>
      <vt:lpstr>KẾT QUẢ ĐẠT ĐƯỢC</vt:lpstr>
      <vt:lpstr>HẠN CHẾ &amp; HƯỚNG PHÁT TRIỂN</vt:lpstr>
      <vt:lpstr>KẾT LUẬN</vt:lpstr>
      <vt:lpstr>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khoi huynh</dc:creator>
  <cp:lastModifiedBy>Ha ni</cp:lastModifiedBy>
  <cp:revision>77</cp:revision>
  <dcterms:created xsi:type="dcterms:W3CDTF">2024-11-11T02:46:49Z</dcterms:created>
  <dcterms:modified xsi:type="dcterms:W3CDTF">2026-07-05T17:19:42Z</dcterms:modified>
</cp:coreProperties>
</file>